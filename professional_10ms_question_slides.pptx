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8.svg" ContentType="image/svg+xml"/>
  <Override PartName="/ppt/media/image23.svg" ContentType="image/svg+xml"/>
  <Override PartName="/ppt/media/image25.svg" ContentType="image/svg+xml"/>
  <Override PartName="/ppt/media/image27.svg" ContentType="image/svg+xml"/>
  <Override PartName="/ppt/media/image30.svg" ContentType="image/svg+xml"/>
  <Override PartName="/ppt/media/image34.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2"/>
  </p:handoutMasterIdLst>
  <p:sldIdLst>
    <p:sldId id="256" r:id="rId8"/>
    <p:sldId id="257" r:id="rId9"/>
    <p:sldId id="258" r:id="rId10"/>
    <p:sldId id="259" r:id="rId11"/>
    <p:sldId id="260" r:id="rId7"/>
    <p:sldId id="261" r:id="rId6"/>
    <p:sldId id="262" r:id="rId5"/>
    <p:sldId id="263" r:id="rId4"/>
    <p:sldId id="264" r:id="rId3"/>
    <p:sldId id="265" r:id="rId2"/>
    <p:sldId id="266" r:id="rId18"/>
    <p:sldId id="267" r:id="rId19"/>
    <p:sldId id="268" r:id="rId2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ass 3" id="{A7C5D357-AA79-4348-896E-6544A76C6D82}">
          <p14:sldIdLst>
            <p14:sldId id="817"/>
            <p14:sldId id="818"/>
            <p14:sldId id="819"/>
            <p14:sldId id="820"/>
            <p14:sldId id="821"/>
            <p14:sldId id="822"/>
            <p14:sldId id="823"/>
            <p14:sldId id="824"/>
            <p14:sldId id="825"/>
            <p14:sldId id="826"/>
          </p14:sldIdLst>
        </p14:section>
      </p14:sectionLst>
    </p:ext>
    <p:ext uri="{EFAFB233-063F-42B5-8137-9DF3F51BA10A}">
      <p15:sldGuideLst xmlns:p15="http://schemas.microsoft.com/office/powerpoint/2012/main">
        <p15:guide id="1" orient="horz" pos="768" userDrawn="1">
          <p15:clr>
            <a:srgbClr val="A4A3A4"/>
          </p15:clr>
        </p15:guide>
        <p15:guide id="2" pos="3839" userDrawn="1">
          <p15:clr>
            <a:srgbClr val="A4A3A4"/>
          </p15:clr>
        </p15:guide>
        <p15:guide id="3" pos="2087" userDrawn="1">
          <p15:clr>
            <a:srgbClr val="A4A3A4"/>
          </p15:clr>
        </p15:guide>
        <p15:guide id="4" orient="horz" pos="696" userDrawn="1">
          <p15:clr>
            <a:srgbClr val="A4A3A4"/>
          </p15:clr>
        </p15:guide>
        <p15:guide id="5" orient="horz" pos="720" userDrawn="1">
          <p15:clr>
            <a:srgbClr val="A4A3A4"/>
          </p15:clr>
        </p15:guide>
        <p15:guide id="6" pos="7271" userDrawn="1">
          <p15:clr>
            <a:srgbClr val="A4A3A4"/>
          </p15:clr>
        </p15:guide>
        <p15:guide id="7" orient="horz" pos="2232" userDrawn="1">
          <p15:clr>
            <a:srgbClr val="A4A3A4"/>
          </p15:clr>
        </p15:guide>
        <p15:guide id="8" orient="horz" pos="6" userDrawn="1">
          <p15:clr>
            <a:srgbClr val="A4A3A4"/>
          </p15:clr>
        </p15:guide>
        <p15:guide id="9" pos="21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1E0E"/>
    <a:srgbClr val="002715"/>
    <a:srgbClr val="0715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1561AD-B97E-4BC4-9134-1E920A15B409}" v="224" dt="2026-03-13T14:17:49.1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1697" autoAdjust="0"/>
    <p:restoredTop sz="94771"/>
  </p:normalViewPr>
  <p:slideViewPr>
    <p:cSldViewPr snapToGrid="0" showGuides="1">
      <p:cViewPr varScale="1">
        <p:scale>
          <a:sx n="153" d="100"/>
          <a:sy n="153" d="100"/>
        </p:scale>
        <p:origin x="896" y="184"/>
      </p:cViewPr>
      <p:guideLst>
        <p:guide orient="horz" pos="768"/>
        <p:guide pos="3839"/>
        <p:guide pos="2087"/>
        <p:guide orient="horz" pos="696"/>
        <p:guide orient="horz" pos="720"/>
        <p:guide pos="7271"/>
        <p:guide orient="horz" pos="2232"/>
        <p:guide orient="horz" pos="6"/>
        <p:guide pos="2159"/>
      </p:guideLst>
    </p:cSldViewPr>
  </p:slideViewPr>
  <p:notesTextViewPr>
    <p:cViewPr>
      <p:scale>
        <a:sx n="150" d="100"/>
        <a:sy n="150" d="100"/>
      </p:scale>
      <p:origin x="0" y="0"/>
    </p:cViewPr>
  </p:notesTextViewPr>
  <p:sorterViewPr>
    <p:cViewPr>
      <p:scale>
        <a:sx n="80" d="100"/>
        <a:sy n="80" d="100"/>
      </p:scale>
      <p:origin x="0" y="0"/>
    </p:cViewPr>
  </p:sorterViewPr>
  <p:notesViewPr>
    <p:cSldViewPr snapToGrid="0">
      <p:cViewPr varScale="1">
        <p:scale>
          <a:sx n="122" d="100"/>
          <a:sy n="122" d="100"/>
        </p:scale>
        <p:origin x="5072" y="20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7349F5-03E1-06F1-FC44-3D7E961283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2E4D78B-C474-03E0-5571-FEA49ADEA72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43AB92F-90A5-DD44-B836-2C564BF68481}" type="datetimeFigureOut">
              <a:t>4/28/26</a:t>
            </a:fld>
            <a:endParaRPr lang="en-US"/>
          </a:p>
        </p:txBody>
      </p:sp>
      <p:sp>
        <p:nvSpPr>
          <p:cNvPr id="4" name="Footer Placeholder 3">
            <a:extLst>
              <a:ext uri="{FF2B5EF4-FFF2-40B4-BE49-F238E27FC236}">
                <a16:creationId xmlns:a16="http://schemas.microsoft.com/office/drawing/2014/main" id="{4BDCF3D5-D06E-1CF6-05A5-572ED79C80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E2C52A-DC2B-27F4-1191-FE68A36621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D91EB5-39C8-F441-B213-26C60F2202E9}" type="slidenum">
              <a:t>‹#›</a:t>
            </a:fld>
            <a:endParaRPr lang="en-US"/>
          </a:p>
        </p:txBody>
      </p:sp>
    </p:spTree>
    <p:extLst>
      <p:ext uri="{BB962C8B-B14F-4D97-AF65-F5344CB8AC3E}">
        <p14:creationId xmlns:p14="http://schemas.microsoft.com/office/powerpoint/2010/main" val="322756763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8.png"/><Relationship Id="rId9" Type="http://schemas.openxmlformats.org/officeDocument/2006/relationships/image" Target="../media/image9.sv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svg"/><Relationship Id="rId19" Type="http://schemas.openxmlformats.org/officeDocument/2006/relationships/image" Target="../media/image19.gif"/><Relationship Id="rId20" Type="http://schemas.openxmlformats.org/officeDocument/2006/relationships/image" Target="../media/image20.png"/><Relationship Id="rId21" Type="http://schemas.openxmlformats.org/officeDocument/2006/relationships/image" Target="../media/image2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8.png"/><Relationship Id="rId9" Type="http://schemas.openxmlformats.org/officeDocument/2006/relationships/image" Target="../media/image9.sv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svg"/><Relationship Id="rId19" Type="http://schemas.openxmlformats.org/officeDocument/2006/relationships/image" Target="../media/image19.gif"/><Relationship Id="rId20" Type="http://schemas.openxmlformats.org/officeDocument/2006/relationships/image" Target="../media/image20.png"/><Relationship Id="rId21" Type="http://schemas.openxmlformats.org/officeDocument/2006/relationships/image" Target="../media/image2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8.png"/><Relationship Id="rId9" Type="http://schemas.openxmlformats.org/officeDocument/2006/relationships/image" Target="../media/image9.sv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svg"/><Relationship Id="rId19" Type="http://schemas.openxmlformats.org/officeDocument/2006/relationships/image" Target="../media/image19.gif"/><Relationship Id="rId20" Type="http://schemas.openxmlformats.org/officeDocument/2006/relationships/image" Target="../media/image20.png"/><Relationship Id="rId21" Type="http://schemas.openxmlformats.org/officeDocument/2006/relationships/image" Target="../media/image2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svg"/><Relationship Id="rId12" Type="http://schemas.openxmlformats.org/officeDocument/2006/relationships/image" Target="../media/image19.gif"/><Relationship Id="rId13" Type="http://schemas.openxmlformats.org/officeDocument/2006/relationships/image" Target="../media/image21.png"/><Relationship Id="rId14" Type="http://schemas.openxmlformats.org/officeDocument/2006/relationships/image" Target="../media/image20.png"/><Relationship Id="rId15" Type="http://schemas.openxmlformats.org/officeDocument/2006/relationships/image" Target="../media/image31.png"/><Relationship Id="rId16" Type="http://schemas.openxmlformats.org/officeDocument/2006/relationships/image" Target="../media/image3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svg"/><Relationship Id="rId12" Type="http://schemas.openxmlformats.org/officeDocument/2006/relationships/image" Target="../media/image19.gif"/><Relationship Id="rId13" Type="http://schemas.openxmlformats.org/officeDocument/2006/relationships/image" Target="../media/image21.png"/><Relationship Id="rId14" Type="http://schemas.openxmlformats.org/officeDocument/2006/relationships/image" Target="../media/image2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svg"/><Relationship Id="rId12" Type="http://schemas.openxmlformats.org/officeDocument/2006/relationships/image" Target="../media/image19.gif"/><Relationship Id="rId13" Type="http://schemas.openxmlformats.org/officeDocument/2006/relationships/image" Target="../media/image21.png"/><Relationship Id="rId14" Type="http://schemas.openxmlformats.org/officeDocument/2006/relationships/image" Target="../media/image2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svg"/><Relationship Id="rId12" Type="http://schemas.openxmlformats.org/officeDocument/2006/relationships/image" Target="../media/image19.gif"/><Relationship Id="rId13" Type="http://schemas.openxmlformats.org/officeDocument/2006/relationships/image" Target="../media/image21.png"/><Relationship Id="rId1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svg"/><Relationship Id="rId12" Type="http://schemas.openxmlformats.org/officeDocument/2006/relationships/image" Target="../media/image19.gif"/><Relationship Id="rId13" Type="http://schemas.openxmlformats.org/officeDocument/2006/relationships/image" Target="../media/image21.png"/><Relationship Id="rId14"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33.png"/><Relationship Id="rId11" Type="http://schemas.openxmlformats.org/officeDocument/2006/relationships/image" Target="../media/image34.svg"/><Relationship Id="rId12" Type="http://schemas.openxmlformats.org/officeDocument/2006/relationships/image" Target="../media/image29.png"/><Relationship Id="rId13" Type="http://schemas.openxmlformats.org/officeDocument/2006/relationships/image" Target="../media/image30.svg"/><Relationship Id="rId14" Type="http://schemas.openxmlformats.org/officeDocument/2006/relationships/image" Target="../media/image35.png"/><Relationship Id="rId15" Type="http://schemas.openxmlformats.org/officeDocument/2006/relationships/image" Target="../media/image19.gif"/><Relationship Id="rId16" Type="http://schemas.openxmlformats.org/officeDocument/2006/relationships/image" Target="../media/image21.png"/><Relationship Id="rId17"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18" name="Slide 16:9 - 172" descr="preencoded.png">
            <a:extLst>
              <a:ext uri="{FF2B5EF4-FFF2-40B4-BE49-F238E27FC236}">
                <a16:creationId xmlns:a16="http://schemas.microsoft.com/office/drawing/2014/main" id="{21FB05CB-94CF-032A-E3BE-898F27E93784}"/>
              </a:ext>
            </a:extLst>
          </p:cNvPr>
          <p:cNvPicPr>
            <a:picLocks noChangeAspect="1"/>
          </p:cNvPicPr>
          <p:nvPr userDrawn="1"/>
        </p:nvPicPr>
        <p:blipFill>
          <a:blip r:embed="rId2"/>
          <a:srcRect/>
          <a:stretch/>
        </p:blipFill>
        <p:spPr>
          <a:xfrm>
            <a:off x="-1" y="0"/>
            <a:ext cx="12192001" cy="6858000"/>
          </a:xfrm>
          <a:prstGeom prst="rect">
            <a:avLst/>
          </a:prstGeom>
        </p:spPr>
      </p:pic>
      <p:pic>
        <p:nvPicPr>
          <p:cNvPr id="19" name="3215346 1" descr="preencoded.png">
            <a:extLst>
              <a:ext uri="{FF2B5EF4-FFF2-40B4-BE49-F238E27FC236}">
                <a16:creationId xmlns:a16="http://schemas.microsoft.com/office/drawing/2014/main" id="{938C20C5-EB05-E6AF-9823-06383555E9B4}"/>
              </a:ext>
            </a:extLst>
          </p:cNvPr>
          <p:cNvPicPr>
            <a:picLocks noChangeAspect="1"/>
          </p:cNvPicPr>
          <p:nvPr userDrawn="1"/>
        </p:nvPicPr>
        <p:blipFill>
          <a:blip r:embed="rId3"/>
          <a:srcRect/>
          <a:stretch/>
        </p:blipFill>
        <p:spPr>
          <a:xfrm>
            <a:off x="5295527" y="5877074"/>
            <a:ext cx="1305725" cy="980926"/>
          </a:xfrm>
          <a:prstGeom prst="rect">
            <a:avLst/>
          </a:prstGeom>
        </p:spPr>
      </p:pic>
      <p:pic>
        <p:nvPicPr>
          <p:cNvPr id="20" name="Rectangle 10" descr="preencoded.png">
            <a:extLst>
              <a:ext uri="{FF2B5EF4-FFF2-40B4-BE49-F238E27FC236}">
                <a16:creationId xmlns:a16="http://schemas.microsoft.com/office/drawing/2014/main" id="{228B7525-1EE0-2E3C-DD45-4DBC4A92336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 y="2698750"/>
            <a:ext cx="12192001" cy="2800350"/>
          </a:xfrm>
          <a:prstGeom prst="rect">
            <a:avLst/>
          </a:prstGeom>
        </p:spPr>
      </p:pic>
      <p:pic>
        <p:nvPicPr>
          <p:cNvPr id="21" name="Ellipse 2" descr="preencoded.png">
            <a:extLst>
              <a:ext uri="{FF2B5EF4-FFF2-40B4-BE49-F238E27FC236}">
                <a16:creationId xmlns:a16="http://schemas.microsoft.com/office/drawing/2014/main" id="{B2DF2F29-D3E9-14AD-7D77-8D9C8D07247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7061627" y="1609127"/>
            <a:ext cx="4762500" cy="4762500"/>
          </a:xfrm>
          <a:prstGeom prst="rect">
            <a:avLst/>
          </a:prstGeom>
        </p:spPr>
      </p:pic>
      <p:pic>
        <p:nvPicPr>
          <p:cNvPr id="22" name="Ellipse 5" descr="preencoded.png">
            <a:extLst>
              <a:ext uri="{FF2B5EF4-FFF2-40B4-BE49-F238E27FC236}">
                <a16:creationId xmlns:a16="http://schemas.microsoft.com/office/drawing/2014/main" id="{749E62E3-9392-3154-1C55-362A80023262}"/>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7283877" y="1822450"/>
            <a:ext cx="4318000" cy="4318000"/>
          </a:xfrm>
          <a:prstGeom prst="rect">
            <a:avLst/>
          </a:prstGeom>
        </p:spPr>
      </p:pic>
      <p:pic>
        <p:nvPicPr>
          <p:cNvPr id="23" name="Mask group" descr="preencoded.png">
            <a:extLst>
              <a:ext uri="{FF2B5EF4-FFF2-40B4-BE49-F238E27FC236}">
                <a16:creationId xmlns:a16="http://schemas.microsoft.com/office/drawing/2014/main" id="{A76F38A5-75CD-F176-3AA7-385C0EC69F3C}"/>
              </a:ext>
            </a:extLst>
          </p:cNvPr>
          <p:cNvPicPr>
            <a:picLocks noChangeAspect="1"/>
          </p:cNvPicPr>
          <p:nvPr userDrawn="1"/>
        </p:nvPicPr>
        <p:blipFill>
          <a:blip r:embed="rId10"/>
          <a:srcRect/>
          <a:stretch/>
        </p:blipFill>
        <p:spPr>
          <a:xfrm rot="188820">
            <a:off x="7210351" y="1794792"/>
            <a:ext cx="4438650" cy="4298950"/>
          </a:xfrm>
          <a:prstGeom prst="rect">
            <a:avLst/>
          </a:prstGeom>
        </p:spPr>
      </p:pic>
      <p:pic>
        <p:nvPicPr>
          <p:cNvPr id="24" name="2784428 1" descr="preencoded.png">
            <a:extLst>
              <a:ext uri="{FF2B5EF4-FFF2-40B4-BE49-F238E27FC236}">
                <a16:creationId xmlns:a16="http://schemas.microsoft.com/office/drawing/2014/main" id="{A39CF81D-EE56-9316-9C83-9ED9FD6EB018}"/>
              </a:ext>
            </a:extLst>
          </p:cNvPr>
          <p:cNvPicPr>
            <a:picLocks noChangeAspect="1"/>
          </p:cNvPicPr>
          <p:nvPr userDrawn="1"/>
        </p:nvPicPr>
        <p:blipFill>
          <a:blip r:embed="rId11"/>
          <a:srcRect/>
          <a:stretch/>
        </p:blipFill>
        <p:spPr>
          <a:xfrm>
            <a:off x="482599" y="723444"/>
            <a:ext cx="900338" cy="900338"/>
          </a:xfrm>
          <a:prstGeom prst="rect">
            <a:avLst/>
          </a:prstGeom>
        </p:spPr>
      </p:pic>
      <p:pic>
        <p:nvPicPr>
          <p:cNvPr id="25" name="3215346 1" descr="preencoded.png">
            <a:extLst>
              <a:ext uri="{FF2B5EF4-FFF2-40B4-BE49-F238E27FC236}">
                <a16:creationId xmlns:a16="http://schemas.microsoft.com/office/drawing/2014/main" id="{D1C01331-519F-12B7-9219-C03653A13C54}"/>
              </a:ext>
            </a:extLst>
          </p:cNvPr>
          <p:cNvPicPr>
            <a:picLocks noChangeAspect="1"/>
          </p:cNvPicPr>
          <p:nvPr userDrawn="1"/>
        </p:nvPicPr>
        <p:blipFill>
          <a:blip r:embed="rId12"/>
          <a:srcRect/>
          <a:stretch/>
        </p:blipFill>
        <p:spPr>
          <a:xfrm>
            <a:off x="2012676" y="1327150"/>
            <a:ext cx="966577" cy="966573"/>
          </a:xfrm>
          <a:prstGeom prst="rect">
            <a:avLst/>
          </a:prstGeom>
        </p:spPr>
      </p:pic>
      <p:pic>
        <p:nvPicPr>
          <p:cNvPr id="26" name="2201544 1" descr="preencoded.png">
            <a:extLst>
              <a:ext uri="{FF2B5EF4-FFF2-40B4-BE49-F238E27FC236}">
                <a16:creationId xmlns:a16="http://schemas.microsoft.com/office/drawing/2014/main" id="{E80CDB79-E5D6-2A1D-D20C-F529E2B88F81}"/>
              </a:ext>
            </a:extLst>
          </p:cNvPr>
          <p:cNvPicPr>
            <a:picLocks noChangeAspect="1"/>
          </p:cNvPicPr>
          <p:nvPr userDrawn="1"/>
        </p:nvPicPr>
        <p:blipFill>
          <a:blip r:embed="rId13"/>
          <a:srcRect/>
          <a:stretch/>
        </p:blipFill>
        <p:spPr>
          <a:xfrm>
            <a:off x="3390899" y="5759450"/>
            <a:ext cx="762000" cy="762000"/>
          </a:xfrm>
          <a:prstGeom prst="rect">
            <a:avLst/>
          </a:prstGeom>
        </p:spPr>
      </p:pic>
      <p:pic>
        <p:nvPicPr>
          <p:cNvPr id="27" name="1467187 1" descr="preencoded.png">
            <a:extLst>
              <a:ext uri="{FF2B5EF4-FFF2-40B4-BE49-F238E27FC236}">
                <a16:creationId xmlns:a16="http://schemas.microsoft.com/office/drawing/2014/main" id="{D3A553F5-60A8-D9A6-185A-CDB798F497A4}"/>
              </a:ext>
            </a:extLst>
          </p:cNvPr>
          <p:cNvPicPr>
            <a:picLocks noChangeAspect="1"/>
          </p:cNvPicPr>
          <p:nvPr userDrawn="1"/>
        </p:nvPicPr>
        <p:blipFill>
          <a:blip r:embed="rId14"/>
          <a:srcRect/>
          <a:stretch/>
        </p:blipFill>
        <p:spPr>
          <a:xfrm>
            <a:off x="5676899" y="1485900"/>
            <a:ext cx="831850" cy="831850"/>
          </a:xfrm>
          <a:prstGeom prst="rect">
            <a:avLst/>
          </a:prstGeom>
        </p:spPr>
      </p:pic>
      <p:pic>
        <p:nvPicPr>
          <p:cNvPr id="28" name="8361822 1" descr="preencoded.png">
            <a:extLst>
              <a:ext uri="{FF2B5EF4-FFF2-40B4-BE49-F238E27FC236}">
                <a16:creationId xmlns:a16="http://schemas.microsoft.com/office/drawing/2014/main" id="{EA771312-D611-890D-5B1D-2272C5D1D9CB}"/>
              </a:ext>
            </a:extLst>
          </p:cNvPr>
          <p:cNvPicPr>
            <a:picLocks noChangeAspect="1"/>
          </p:cNvPicPr>
          <p:nvPr userDrawn="1"/>
        </p:nvPicPr>
        <p:blipFill>
          <a:blip r:embed="rId15"/>
          <a:srcRect/>
          <a:stretch/>
        </p:blipFill>
        <p:spPr>
          <a:xfrm>
            <a:off x="989743" y="5810250"/>
            <a:ext cx="1025770" cy="1025770"/>
          </a:xfrm>
          <a:prstGeom prst="rect">
            <a:avLst/>
          </a:prstGeom>
        </p:spPr>
      </p:pic>
      <p:pic>
        <p:nvPicPr>
          <p:cNvPr id="29" name="1016507 1" descr="preencoded.png">
            <a:extLst>
              <a:ext uri="{FF2B5EF4-FFF2-40B4-BE49-F238E27FC236}">
                <a16:creationId xmlns:a16="http://schemas.microsoft.com/office/drawing/2014/main" id="{B4291C49-8817-68FB-DBDA-4BC62EFE8688}"/>
              </a:ext>
            </a:extLst>
          </p:cNvPr>
          <p:cNvPicPr>
            <a:picLocks noChangeAspect="1"/>
          </p:cNvPicPr>
          <p:nvPr userDrawn="1"/>
        </p:nvPicPr>
        <p:blipFill>
          <a:blip r:embed="rId16"/>
          <a:srcRect/>
          <a:stretch/>
        </p:blipFill>
        <p:spPr>
          <a:xfrm>
            <a:off x="3848099" y="609600"/>
            <a:ext cx="895350" cy="895350"/>
          </a:xfrm>
          <a:prstGeom prst="rect">
            <a:avLst/>
          </a:prstGeom>
        </p:spPr>
      </p:pic>
      <p:pic>
        <p:nvPicPr>
          <p:cNvPr id="30" name="Rectangle 2" descr="preencoded.png">
            <a:extLst>
              <a:ext uri="{FF2B5EF4-FFF2-40B4-BE49-F238E27FC236}">
                <a16:creationId xmlns:a16="http://schemas.microsoft.com/office/drawing/2014/main" id="{02D010BD-405F-8398-AC8E-833209FB65CB}"/>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8039100" y="463550"/>
            <a:ext cx="3429000" cy="920750"/>
          </a:xfrm>
          <a:prstGeom prst="rect">
            <a:avLst/>
          </a:prstGeom>
        </p:spPr>
      </p:pic>
      <p:pic>
        <p:nvPicPr>
          <p:cNvPr id="31" name="Picture 30">
            <a:extLst>
              <a:ext uri="{FF2B5EF4-FFF2-40B4-BE49-F238E27FC236}">
                <a16:creationId xmlns:a16="http://schemas.microsoft.com/office/drawing/2014/main" id="{A1C153C2-ED50-83DD-899A-50CC7D1CAAE1}"/>
              </a:ext>
            </a:extLst>
          </p:cNvPr>
          <p:cNvPicPr>
            <a:picLocks noChangeAspect="1"/>
          </p:cNvPicPr>
          <p:nvPr userDrawn="1"/>
        </p:nvPicPr>
        <p:blipFill>
          <a:blip r:embed="rId19"/>
          <a:stretch>
            <a:fillRect/>
          </a:stretch>
        </p:blipFill>
        <p:spPr>
          <a:xfrm>
            <a:off x="10483897" y="1291627"/>
            <a:ext cx="1133427" cy="469900"/>
          </a:xfrm>
          <a:prstGeom prst="rect">
            <a:avLst/>
          </a:prstGeom>
        </p:spPr>
      </p:pic>
      <p:sp>
        <p:nvSpPr>
          <p:cNvPr id="32" name="Bangla">
            <a:extLst>
              <a:ext uri="{FF2B5EF4-FFF2-40B4-BE49-F238E27FC236}">
                <a16:creationId xmlns:a16="http://schemas.microsoft.com/office/drawing/2014/main" id="{88D71FCA-EC3A-50CF-B1E3-42BD7AEB1FB1}"/>
              </a:ext>
            </a:extLst>
          </p:cNvPr>
          <p:cNvSpPr/>
          <p:nvPr userDrawn="1"/>
        </p:nvSpPr>
        <p:spPr>
          <a:xfrm>
            <a:off x="7715250" y="2054823"/>
            <a:ext cx="3409950" cy="1746250"/>
          </a:xfrm>
          <a:prstGeom prst="rect">
            <a:avLst/>
          </a:prstGeom>
          <a:noFill/>
          <a:ln/>
        </p:spPr>
        <p:txBody>
          <a:bodyPr wrap="square" lIns="0" tIns="0" rIns="0" bIns="0" rtlCol="0" anchor="t"/>
          <a:lstStyle/>
          <a:p>
            <a:pPr marL="0" indent="0" algn="ctr">
              <a:lnSpc>
                <a:spcPct val="100000"/>
              </a:lnSpc>
              <a:buNone/>
            </a:pPr>
            <a:r>
              <a:rPr lang="en-US" sz="4000" b="1" dirty="0">
                <a:solidFill>
                  <a:srgbClr val="FF0000"/>
                </a:solidFill>
                <a:latin typeface="Hind Siliguri" panose="02000000000000000000" pitchFamily="2" charset="0"/>
                <a:ea typeface="Inter Bold" pitchFamily="34" charset="-122"/>
                <a:cs typeface="Hind Siliguri" panose="02000000000000000000" pitchFamily="2" charset="0"/>
              </a:rPr>
              <a:t>৮ম</a:t>
            </a:r>
            <a:r>
              <a:rPr lang="en-US" sz="4000" b="1" dirty="0">
                <a:solidFill>
                  <a:srgbClr val="FFFFFF"/>
                </a:solidFill>
                <a:latin typeface="Hind Siliguri" panose="02000000000000000000" pitchFamily="2" charset="0"/>
                <a:ea typeface="Inter Bold" pitchFamily="34" charset="-122"/>
                <a:cs typeface="Hind Siliguri" panose="02000000000000000000" pitchFamily="2" charset="0"/>
              </a:rPr>
              <a:t> শ্রেণি  
</a:t>
            </a:r>
            <a:r>
              <a:rPr lang="as-IN" sz="4000" b="1" dirty="0">
                <a:solidFill>
                  <a:srgbClr val="FFFFFF"/>
                </a:solidFill>
                <a:latin typeface="Hind Siliguri" panose="02000000000000000000" pitchFamily="2" charset="0"/>
                <a:ea typeface="Inter Bold" pitchFamily="34" charset="-122"/>
                <a:cs typeface="Hind Siliguri" panose="02000000000000000000" pitchFamily="2" charset="0"/>
              </a:rPr>
              <a:t>বিজ্ঞান</a:t>
            </a:r>
            <a:endParaRPr lang="en-US" sz="4000" dirty="0">
              <a:latin typeface="Hind Siliguri" panose="02000000000000000000" pitchFamily="2" charset="0"/>
              <a:cs typeface="Hind Siliguri" panose="02000000000000000000" pitchFamily="2" charset="0"/>
            </a:endParaRPr>
          </a:p>
        </p:txBody>
      </p:sp>
      <p:sp>
        <p:nvSpPr>
          <p:cNvPr id="33" name="topic">
            <a:extLst>
              <a:ext uri="{FF2B5EF4-FFF2-40B4-BE49-F238E27FC236}">
                <a16:creationId xmlns:a16="http://schemas.microsoft.com/office/drawing/2014/main" id="{21FC85AB-96B2-8C1C-FB81-612C1D191953}"/>
              </a:ext>
            </a:extLst>
          </p:cNvPr>
          <p:cNvSpPr/>
          <p:nvPr userDrawn="1"/>
        </p:nvSpPr>
        <p:spPr>
          <a:xfrm>
            <a:off x="1332983" y="2909023"/>
            <a:ext cx="4976110" cy="1096835"/>
          </a:xfrm>
          <a:prstGeom prst="rect">
            <a:avLst/>
          </a:prstGeom>
          <a:noFill/>
          <a:ln/>
        </p:spPr>
        <p:txBody>
          <a:bodyPr wrap="square" lIns="0" tIns="0" rIns="0" bIns="0" rtlCol="0" anchor="t"/>
          <a:lstStyle/>
          <a:p>
            <a:pPr marL="0" lvl="1" indent="0" algn="ctr">
              <a:lnSpc>
                <a:spcPct val="100000"/>
              </a:lnSpc>
            </a:pPr>
            <a:r>
              <a:rPr lang="en-US" sz="3600" b="1" dirty="0" err="1">
                <a:solidFill>
                  <a:schemeClr val="accent6">
                    <a:lumMod val="40000"/>
                    <a:lumOff val="60000"/>
                  </a:schemeClr>
                </a:solidFill>
                <a:latin typeface="Hind Siliguri" panose="02000000000000000000" pitchFamily="2" charset="0"/>
                <a:ea typeface="Inter Bold" pitchFamily="34" charset="-122"/>
                <a:cs typeface="Hind Siliguri" panose="02000000000000000000" pitchFamily="2" charset="0"/>
              </a:rPr>
              <a:t>অধ্যায়</a:t>
            </a:r>
            <a:r>
              <a:rPr lang="en-US" sz="3600" b="1" dirty="0">
                <a:solidFill>
                  <a:schemeClr val="accent6">
                    <a:lumMod val="40000"/>
                    <a:lumOff val="60000"/>
                  </a:schemeClr>
                </a:solidFill>
                <a:latin typeface="Hind Siliguri" panose="02000000000000000000" pitchFamily="2" charset="0"/>
                <a:ea typeface="Inter Bold" pitchFamily="34" charset="-122"/>
                <a:cs typeface="Hind Siliguri" panose="02000000000000000000" pitchFamily="2" charset="0"/>
              </a:rPr>
              <a:t> ৫ </a:t>
            </a:r>
          </a:p>
          <a:p>
            <a:pPr marL="0" lvl="1" indent="0" algn="ctr">
              <a:lnSpc>
                <a:spcPct val="100000"/>
              </a:lnSpc>
            </a:pPr>
            <a:r>
              <a:rPr lang="as-IN" sz="3600" b="1" dirty="0">
                <a:solidFill>
                  <a:srgbClr val="FFFFFF"/>
                </a:solidFill>
                <a:latin typeface="Hind Siliguri" panose="02000000000000000000" pitchFamily="2" charset="0"/>
                <a:ea typeface="Inter Bold" pitchFamily="34" charset="-122"/>
                <a:cs typeface="Hind Siliguri" panose="02000000000000000000" pitchFamily="2" charset="0"/>
              </a:rPr>
              <a:t>সমন্বয় ও নি:সরণ</a:t>
            </a:r>
            <a:endParaRPr lang="en-US" sz="3600" dirty="0"/>
          </a:p>
        </p:txBody>
      </p:sp>
      <p:sp>
        <p:nvSpPr>
          <p:cNvPr id="34" name="topic">
            <a:extLst>
              <a:ext uri="{FF2B5EF4-FFF2-40B4-BE49-F238E27FC236}">
                <a16:creationId xmlns:a16="http://schemas.microsoft.com/office/drawing/2014/main" id="{9B951C13-0A11-BE77-3D3B-0AEDA668CF82}"/>
              </a:ext>
            </a:extLst>
          </p:cNvPr>
          <p:cNvSpPr/>
          <p:nvPr userDrawn="1"/>
        </p:nvSpPr>
        <p:spPr>
          <a:xfrm>
            <a:off x="806614" y="4235709"/>
            <a:ext cx="5930570" cy="780791"/>
          </a:xfrm>
          <a:prstGeom prst="rect">
            <a:avLst/>
          </a:prstGeom>
          <a:noFill/>
          <a:ln/>
        </p:spPr>
        <p:txBody>
          <a:bodyPr wrap="square" lIns="0" tIns="0" rIns="0" bIns="0" rtlCol="0" anchor="t"/>
          <a:lstStyle/>
          <a:p>
            <a:pPr marL="0" lvl="1" indent="0" algn="ctr">
              <a:lnSpc>
                <a:spcPct val="100000"/>
              </a:lnSpc>
            </a:pPr>
            <a:r>
              <a:rPr lang="bn-IN" sz="3200" b="1" dirty="0">
                <a:solidFill>
                  <a:schemeClr val="bg1"/>
                </a:solidFill>
                <a:latin typeface="Hind Siliguri" panose="02000000000000000000" pitchFamily="2" charset="0"/>
                <a:ea typeface="Inter Bold" pitchFamily="34" charset="-122"/>
                <a:cs typeface="Hind Siliguri" panose="02000000000000000000" pitchFamily="2" charset="0"/>
              </a:rPr>
              <a:t>পাঠ ৬-৭</a:t>
            </a:r>
            <a:r>
              <a:rPr lang="en-US" sz="3200" b="1" dirty="0">
                <a:solidFill>
                  <a:schemeClr val="bg1"/>
                </a:solidFill>
                <a:latin typeface="Hind Siliguri" panose="02000000000000000000" pitchFamily="2" charset="0"/>
                <a:ea typeface="Inter Bold" pitchFamily="34" charset="-122"/>
                <a:cs typeface="Hind Siliguri" panose="02000000000000000000" pitchFamily="2" charset="0"/>
              </a:rPr>
              <a:t>:</a:t>
            </a:r>
            <a:r>
              <a:rPr lang="bn-IN" sz="3200" b="1" dirty="0">
                <a:solidFill>
                  <a:schemeClr val="bg1"/>
                </a:solidFill>
                <a:latin typeface="Hind Siliguri" panose="02000000000000000000" pitchFamily="2" charset="0"/>
                <a:ea typeface="Inter Bold" pitchFamily="34" charset="-122"/>
                <a:cs typeface="Hind Siliguri" panose="02000000000000000000" pitchFamily="2" charset="0"/>
              </a:rPr>
              <a:t> </a:t>
            </a:r>
            <a:r>
              <a:rPr lang="bn-IN" sz="3200" b="1" dirty="0" err="1">
                <a:solidFill>
                  <a:schemeClr val="bg1"/>
                </a:solidFill>
                <a:latin typeface="Hind Siliguri" panose="02000000000000000000" pitchFamily="2" charset="0"/>
                <a:ea typeface="Inter Bold" pitchFamily="34" charset="-122"/>
                <a:cs typeface="Hind Siliguri" panose="02000000000000000000" pitchFamily="2" charset="0"/>
              </a:rPr>
              <a:t>মস্তিষ্ক</a:t>
            </a:r>
            <a:endParaRPr lang="bn-IN" sz="3200" b="1" dirty="0">
              <a:solidFill>
                <a:schemeClr val="bg1"/>
              </a:solidFill>
              <a:latin typeface="Hind Siliguri" panose="02000000000000000000" pitchFamily="2" charset="0"/>
              <a:ea typeface="Inter Bold" pitchFamily="34" charset="-122"/>
              <a:cs typeface="Hind Siliguri" panose="02000000000000000000" pitchFamily="2" charset="0"/>
            </a:endParaRPr>
          </a:p>
        </p:txBody>
      </p:sp>
      <p:grpSp>
        <p:nvGrpSpPr>
          <p:cNvPr id="35" name="Group 34">
            <a:extLst>
              <a:ext uri="{FF2B5EF4-FFF2-40B4-BE49-F238E27FC236}">
                <a16:creationId xmlns:a16="http://schemas.microsoft.com/office/drawing/2014/main" id="{61EC83D8-10FB-2A19-1D54-E823D69A992D}"/>
              </a:ext>
            </a:extLst>
          </p:cNvPr>
          <p:cNvGrpSpPr/>
          <p:nvPr userDrawn="1"/>
        </p:nvGrpSpPr>
        <p:grpSpPr>
          <a:xfrm>
            <a:off x="8294794" y="644711"/>
            <a:ext cx="2995506" cy="515840"/>
            <a:chOff x="12442192" y="952553"/>
            <a:chExt cx="4493258" cy="773760"/>
          </a:xfrm>
        </p:grpSpPr>
        <p:pic>
          <p:nvPicPr>
            <p:cNvPr id="36" name="10MS-White 12" descr="preencoded.png">
              <a:extLst>
                <a:ext uri="{FF2B5EF4-FFF2-40B4-BE49-F238E27FC236}">
                  <a16:creationId xmlns:a16="http://schemas.microsoft.com/office/drawing/2014/main" id="{35A568D4-BF3C-59B7-D470-FBD0375B59A4}"/>
                </a:ext>
              </a:extLst>
            </p:cNvPr>
            <p:cNvPicPr>
              <a:picLocks noChangeAspect="1"/>
            </p:cNvPicPr>
            <p:nvPr userDrawn="1"/>
          </p:nvPicPr>
          <p:blipFill>
            <a:blip r:embed="rId20"/>
            <a:srcRect/>
            <a:stretch/>
          </p:blipFill>
          <p:spPr>
            <a:xfrm>
              <a:off x="14401800" y="971550"/>
              <a:ext cx="2533650" cy="704850"/>
            </a:xfrm>
            <a:prstGeom prst="rect">
              <a:avLst/>
            </a:prstGeom>
          </p:spPr>
        </p:pic>
        <p:pic>
          <p:nvPicPr>
            <p:cNvPr id="37" name="Picture 36">
              <a:extLst>
                <a:ext uri="{FF2B5EF4-FFF2-40B4-BE49-F238E27FC236}">
                  <a16:creationId xmlns:a16="http://schemas.microsoft.com/office/drawing/2014/main" id="{9EFB0870-24AE-6775-8CD9-B0DAAE48FD1C}"/>
                </a:ext>
              </a:extLst>
            </p:cNvPr>
            <p:cNvPicPr>
              <a:picLocks noChangeAspect="1"/>
            </p:cNvPicPr>
            <p:nvPr userDrawn="1"/>
          </p:nvPicPr>
          <p:blipFill>
            <a:blip r:embed="rId21"/>
            <a:stretch>
              <a:fillRect/>
            </a:stretch>
          </p:blipFill>
          <p:spPr>
            <a:xfrm>
              <a:off x="12442192" y="952553"/>
              <a:ext cx="1534458" cy="773760"/>
            </a:xfrm>
            <a:prstGeom prst="rect">
              <a:avLst/>
            </a:prstGeom>
          </p:spPr>
        </p:pic>
      </p:grpSp>
    </p:spTree>
    <p:extLst>
      <p:ext uri="{BB962C8B-B14F-4D97-AF65-F5344CB8AC3E}">
        <p14:creationId xmlns:p14="http://schemas.microsoft.com/office/powerpoint/2010/main" val="313275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pic>
        <p:nvPicPr>
          <p:cNvPr id="18" name="Slide 16:9 - 172" descr="preencoded.png">
            <a:extLst>
              <a:ext uri="{FF2B5EF4-FFF2-40B4-BE49-F238E27FC236}">
                <a16:creationId xmlns:a16="http://schemas.microsoft.com/office/drawing/2014/main" id="{21FB05CB-94CF-032A-E3BE-898F27E93784}"/>
              </a:ext>
            </a:extLst>
          </p:cNvPr>
          <p:cNvPicPr>
            <a:picLocks noChangeAspect="1"/>
          </p:cNvPicPr>
          <p:nvPr userDrawn="1"/>
        </p:nvPicPr>
        <p:blipFill>
          <a:blip r:embed="rId2"/>
          <a:srcRect/>
          <a:stretch/>
        </p:blipFill>
        <p:spPr>
          <a:xfrm>
            <a:off x="-1" y="0"/>
            <a:ext cx="12192001" cy="6858000"/>
          </a:xfrm>
          <a:prstGeom prst="rect">
            <a:avLst/>
          </a:prstGeom>
        </p:spPr>
      </p:pic>
      <p:pic>
        <p:nvPicPr>
          <p:cNvPr id="19" name="3215346 1" descr="preencoded.png">
            <a:extLst>
              <a:ext uri="{FF2B5EF4-FFF2-40B4-BE49-F238E27FC236}">
                <a16:creationId xmlns:a16="http://schemas.microsoft.com/office/drawing/2014/main" id="{938C20C5-EB05-E6AF-9823-06383555E9B4}"/>
              </a:ext>
            </a:extLst>
          </p:cNvPr>
          <p:cNvPicPr>
            <a:picLocks noChangeAspect="1"/>
          </p:cNvPicPr>
          <p:nvPr userDrawn="1"/>
        </p:nvPicPr>
        <p:blipFill>
          <a:blip r:embed="rId3"/>
          <a:srcRect/>
          <a:stretch/>
        </p:blipFill>
        <p:spPr>
          <a:xfrm>
            <a:off x="5295527" y="5877074"/>
            <a:ext cx="1305725" cy="980926"/>
          </a:xfrm>
          <a:prstGeom prst="rect">
            <a:avLst/>
          </a:prstGeom>
        </p:spPr>
      </p:pic>
      <p:pic>
        <p:nvPicPr>
          <p:cNvPr id="20" name="Rectangle 10" descr="preencoded.png">
            <a:extLst>
              <a:ext uri="{FF2B5EF4-FFF2-40B4-BE49-F238E27FC236}">
                <a16:creationId xmlns:a16="http://schemas.microsoft.com/office/drawing/2014/main" id="{228B7525-1EE0-2E3C-DD45-4DBC4A92336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 y="2698750"/>
            <a:ext cx="12192001" cy="2800350"/>
          </a:xfrm>
          <a:prstGeom prst="rect">
            <a:avLst/>
          </a:prstGeom>
        </p:spPr>
      </p:pic>
      <p:pic>
        <p:nvPicPr>
          <p:cNvPr id="21" name="Ellipse 2" descr="preencoded.png">
            <a:extLst>
              <a:ext uri="{FF2B5EF4-FFF2-40B4-BE49-F238E27FC236}">
                <a16:creationId xmlns:a16="http://schemas.microsoft.com/office/drawing/2014/main" id="{B2DF2F29-D3E9-14AD-7D77-8D9C8D07247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7061627" y="1609127"/>
            <a:ext cx="4762500" cy="4762500"/>
          </a:xfrm>
          <a:prstGeom prst="rect">
            <a:avLst/>
          </a:prstGeom>
        </p:spPr>
      </p:pic>
      <p:pic>
        <p:nvPicPr>
          <p:cNvPr id="22" name="Ellipse 5" descr="preencoded.png">
            <a:extLst>
              <a:ext uri="{FF2B5EF4-FFF2-40B4-BE49-F238E27FC236}">
                <a16:creationId xmlns:a16="http://schemas.microsoft.com/office/drawing/2014/main" id="{749E62E3-9392-3154-1C55-362A80023262}"/>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7283877" y="1822450"/>
            <a:ext cx="4318000" cy="4318000"/>
          </a:xfrm>
          <a:prstGeom prst="rect">
            <a:avLst/>
          </a:prstGeom>
        </p:spPr>
      </p:pic>
      <p:pic>
        <p:nvPicPr>
          <p:cNvPr id="23" name="Mask group" descr="preencoded.png">
            <a:extLst>
              <a:ext uri="{FF2B5EF4-FFF2-40B4-BE49-F238E27FC236}">
                <a16:creationId xmlns:a16="http://schemas.microsoft.com/office/drawing/2014/main" id="{A76F38A5-75CD-F176-3AA7-385C0EC69F3C}"/>
              </a:ext>
            </a:extLst>
          </p:cNvPr>
          <p:cNvPicPr>
            <a:picLocks noChangeAspect="1"/>
          </p:cNvPicPr>
          <p:nvPr userDrawn="1"/>
        </p:nvPicPr>
        <p:blipFill>
          <a:blip r:embed="rId10"/>
          <a:srcRect/>
          <a:stretch/>
        </p:blipFill>
        <p:spPr>
          <a:xfrm rot="188820">
            <a:off x="7210351" y="1794792"/>
            <a:ext cx="4438650" cy="4298950"/>
          </a:xfrm>
          <a:prstGeom prst="rect">
            <a:avLst/>
          </a:prstGeom>
        </p:spPr>
      </p:pic>
      <p:pic>
        <p:nvPicPr>
          <p:cNvPr id="24" name="2784428 1" descr="preencoded.png">
            <a:extLst>
              <a:ext uri="{FF2B5EF4-FFF2-40B4-BE49-F238E27FC236}">
                <a16:creationId xmlns:a16="http://schemas.microsoft.com/office/drawing/2014/main" id="{A39CF81D-EE56-9316-9C83-9ED9FD6EB018}"/>
              </a:ext>
            </a:extLst>
          </p:cNvPr>
          <p:cNvPicPr>
            <a:picLocks noChangeAspect="1"/>
          </p:cNvPicPr>
          <p:nvPr userDrawn="1"/>
        </p:nvPicPr>
        <p:blipFill>
          <a:blip r:embed="rId11"/>
          <a:srcRect/>
          <a:stretch/>
        </p:blipFill>
        <p:spPr>
          <a:xfrm>
            <a:off x="482599" y="723444"/>
            <a:ext cx="900338" cy="900338"/>
          </a:xfrm>
          <a:prstGeom prst="rect">
            <a:avLst/>
          </a:prstGeom>
        </p:spPr>
      </p:pic>
      <p:pic>
        <p:nvPicPr>
          <p:cNvPr id="25" name="3215346 1" descr="preencoded.png">
            <a:extLst>
              <a:ext uri="{FF2B5EF4-FFF2-40B4-BE49-F238E27FC236}">
                <a16:creationId xmlns:a16="http://schemas.microsoft.com/office/drawing/2014/main" id="{D1C01331-519F-12B7-9219-C03653A13C54}"/>
              </a:ext>
            </a:extLst>
          </p:cNvPr>
          <p:cNvPicPr>
            <a:picLocks noChangeAspect="1"/>
          </p:cNvPicPr>
          <p:nvPr userDrawn="1"/>
        </p:nvPicPr>
        <p:blipFill>
          <a:blip r:embed="rId12"/>
          <a:srcRect/>
          <a:stretch/>
        </p:blipFill>
        <p:spPr>
          <a:xfrm>
            <a:off x="2012676" y="1327150"/>
            <a:ext cx="966577" cy="966573"/>
          </a:xfrm>
          <a:prstGeom prst="rect">
            <a:avLst/>
          </a:prstGeom>
        </p:spPr>
      </p:pic>
      <p:pic>
        <p:nvPicPr>
          <p:cNvPr id="26" name="2201544 1" descr="preencoded.png">
            <a:extLst>
              <a:ext uri="{FF2B5EF4-FFF2-40B4-BE49-F238E27FC236}">
                <a16:creationId xmlns:a16="http://schemas.microsoft.com/office/drawing/2014/main" id="{E80CDB79-E5D6-2A1D-D20C-F529E2B88F81}"/>
              </a:ext>
            </a:extLst>
          </p:cNvPr>
          <p:cNvPicPr>
            <a:picLocks noChangeAspect="1"/>
          </p:cNvPicPr>
          <p:nvPr userDrawn="1"/>
        </p:nvPicPr>
        <p:blipFill>
          <a:blip r:embed="rId13"/>
          <a:srcRect/>
          <a:stretch/>
        </p:blipFill>
        <p:spPr>
          <a:xfrm>
            <a:off x="3390899" y="5759450"/>
            <a:ext cx="762000" cy="762000"/>
          </a:xfrm>
          <a:prstGeom prst="rect">
            <a:avLst/>
          </a:prstGeom>
        </p:spPr>
      </p:pic>
      <p:pic>
        <p:nvPicPr>
          <p:cNvPr id="27" name="1467187 1" descr="preencoded.png">
            <a:extLst>
              <a:ext uri="{FF2B5EF4-FFF2-40B4-BE49-F238E27FC236}">
                <a16:creationId xmlns:a16="http://schemas.microsoft.com/office/drawing/2014/main" id="{D3A553F5-60A8-D9A6-185A-CDB798F497A4}"/>
              </a:ext>
            </a:extLst>
          </p:cNvPr>
          <p:cNvPicPr>
            <a:picLocks noChangeAspect="1"/>
          </p:cNvPicPr>
          <p:nvPr userDrawn="1"/>
        </p:nvPicPr>
        <p:blipFill>
          <a:blip r:embed="rId14"/>
          <a:srcRect/>
          <a:stretch/>
        </p:blipFill>
        <p:spPr>
          <a:xfrm>
            <a:off x="5676899" y="1485900"/>
            <a:ext cx="831850" cy="831850"/>
          </a:xfrm>
          <a:prstGeom prst="rect">
            <a:avLst/>
          </a:prstGeom>
        </p:spPr>
      </p:pic>
      <p:pic>
        <p:nvPicPr>
          <p:cNvPr id="28" name="8361822 1" descr="preencoded.png">
            <a:extLst>
              <a:ext uri="{FF2B5EF4-FFF2-40B4-BE49-F238E27FC236}">
                <a16:creationId xmlns:a16="http://schemas.microsoft.com/office/drawing/2014/main" id="{EA771312-D611-890D-5B1D-2272C5D1D9CB}"/>
              </a:ext>
            </a:extLst>
          </p:cNvPr>
          <p:cNvPicPr>
            <a:picLocks noChangeAspect="1"/>
          </p:cNvPicPr>
          <p:nvPr userDrawn="1"/>
        </p:nvPicPr>
        <p:blipFill>
          <a:blip r:embed="rId15"/>
          <a:srcRect/>
          <a:stretch/>
        </p:blipFill>
        <p:spPr>
          <a:xfrm>
            <a:off x="989743" y="5810250"/>
            <a:ext cx="1025770" cy="1025770"/>
          </a:xfrm>
          <a:prstGeom prst="rect">
            <a:avLst/>
          </a:prstGeom>
        </p:spPr>
      </p:pic>
      <p:pic>
        <p:nvPicPr>
          <p:cNvPr id="29" name="1016507 1" descr="preencoded.png">
            <a:extLst>
              <a:ext uri="{FF2B5EF4-FFF2-40B4-BE49-F238E27FC236}">
                <a16:creationId xmlns:a16="http://schemas.microsoft.com/office/drawing/2014/main" id="{B4291C49-8817-68FB-DBDA-4BC62EFE8688}"/>
              </a:ext>
            </a:extLst>
          </p:cNvPr>
          <p:cNvPicPr>
            <a:picLocks noChangeAspect="1"/>
          </p:cNvPicPr>
          <p:nvPr userDrawn="1"/>
        </p:nvPicPr>
        <p:blipFill>
          <a:blip r:embed="rId16"/>
          <a:srcRect/>
          <a:stretch/>
        </p:blipFill>
        <p:spPr>
          <a:xfrm>
            <a:off x="3848099" y="609600"/>
            <a:ext cx="895350" cy="895350"/>
          </a:xfrm>
          <a:prstGeom prst="rect">
            <a:avLst/>
          </a:prstGeom>
        </p:spPr>
      </p:pic>
      <p:pic>
        <p:nvPicPr>
          <p:cNvPr id="30" name="Rectangle 2" descr="preencoded.png">
            <a:extLst>
              <a:ext uri="{FF2B5EF4-FFF2-40B4-BE49-F238E27FC236}">
                <a16:creationId xmlns:a16="http://schemas.microsoft.com/office/drawing/2014/main" id="{02D010BD-405F-8398-AC8E-833209FB65CB}"/>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8039100" y="463550"/>
            <a:ext cx="3429000" cy="920750"/>
          </a:xfrm>
          <a:prstGeom prst="rect">
            <a:avLst/>
          </a:prstGeom>
        </p:spPr>
      </p:pic>
      <p:pic>
        <p:nvPicPr>
          <p:cNvPr id="31" name="Picture 30">
            <a:extLst>
              <a:ext uri="{FF2B5EF4-FFF2-40B4-BE49-F238E27FC236}">
                <a16:creationId xmlns:a16="http://schemas.microsoft.com/office/drawing/2014/main" id="{A1C153C2-ED50-83DD-899A-50CC7D1CAAE1}"/>
              </a:ext>
            </a:extLst>
          </p:cNvPr>
          <p:cNvPicPr>
            <a:picLocks noChangeAspect="1"/>
          </p:cNvPicPr>
          <p:nvPr userDrawn="1"/>
        </p:nvPicPr>
        <p:blipFill>
          <a:blip r:embed="rId19"/>
          <a:stretch>
            <a:fillRect/>
          </a:stretch>
        </p:blipFill>
        <p:spPr>
          <a:xfrm>
            <a:off x="10483897" y="1291627"/>
            <a:ext cx="1133427" cy="469900"/>
          </a:xfrm>
          <a:prstGeom prst="rect">
            <a:avLst/>
          </a:prstGeom>
        </p:spPr>
      </p:pic>
      <p:sp>
        <p:nvSpPr>
          <p:cNvPr id="32" name="Bangla">
            <a:extLst>
              <a:ext uri="{FF2B5EF4-FFF2-40B4-BE49-F238E27FC236}">
                <a16:creationId xmlns:a16="http://schemas.microsoft.com/office/drawing/2014/main" id="{88D71FCA-EC3A-50CF-B1E3-42BD7AEB1FB1}"/>
              </a:ext>
            </a:extLst>
          </p:cNvPr>
          <p:cNvSpPr/>
          <p:nvPr userDrawn="1"/>
        </p:nvSpPr>
        <p:spPr>
          <a:xfrm>
            <a:off x="7715250" y="2054823"/>
            <a:ext cx="3409950" cy="1746250"/>
          </a:xfrm>
          <a:prstGeom prst="rect">
            <a:avLst/>
          </a:prstGeom>
          <a:noFill/>
          <a:ln/>
        </p:spPr>
        <p:txBody>
          <a:bodyPr wrap="square" lIns="0" tIns="0" rIns="0" bIns="0" rtlCol="0" anchor="t"/>
          <a:lstStyle/>
          <a:p>
            <a:pPr marL="0" indent="0" algn="ctr">
              <a:lnSpc>
                <a:spcPct val="100000"/>
              </a:lnSpc>
              <a:buNone/>
            </a:pPr>
            <a:r>
              <a:rPr lang="en-US" sz="4000" b="1" dirty="0">
                <a:solidFill>
                  <a:srgbClr val="FF0000"/>
                </a:solidFill>
                <a:latin typeface="Hind Siliguri" panose="02000000000000000000" pitchFamily="2" charset="0"/>
                <a:ea typeface="Inter Bold" pitchFamily="34" charset="-122"/>
                <a:cs typeface="Hind Siliguri" panose="02000000000000000000" pitchFamily="2" charset="0"/>
              </a:rPr>
              <a:t>৮ম</a:t>
            </a:r>
            <a:r>
              <a:rPr lang="en-US" sz="4000" b="1" dirty="0">
                <a:solidFill>
                  <a:srgbClr val="FFFFFF"/>
                </a:solidFill>
                <a:latin typeface="Hind Siliguri" panose="02000000000000000000" pitchFamily="2" charset="0"/>
                <a:ea typeface="Inter Bold" pitchFamily="34" charset="-122"/>
                <a:cs typeface="Hind Siliguri" panose="02000000000000000000" pitchFamily="2" charset="0"/>
              </a:rPr>
              <a:t> শ্রেণি  
</a:t>
            </a:r>
            <a:r>
              <a:rPr lang="as-IN" sz="4000" b="1" dirty="0">
                <a:solidFill>
                  <a:srgbClr val="FFFFFF"/>
                </a:solidFill>
                <a:latin typeface="Hind Siliguri" panose="02000000000000000000" pitchFamily="2" charset="0"/>
                <a:ea typeface="Inter Bold" pitchFamily="34" charset="-122"/>
                <a:cs typeface="Hind Siliguri" panose="02000000000000000000" pitchFamily="2" charset="0"/>
              </a:rPr>
              <a:t>বিজ্ঞান</a:t>
            </a:r>
            <a:endParaRPr lang="en-US" sz="4000" dirty="0">
              <a:latin typeface="Hind Siliguri" panose="02000000000000000000" pitchFamily="2" charset="0"/>
              <a:cs typeface="Hind Siliguri" panose="02000000000000000000" pitchFamily="2" charset="0"/>
            </a:endParaRPr>
          </a:p>
        </p:txBody>
      </p:sp>
      <p:sp>
        <p:nvSpPr>
          <p:cNvPr id="33" name="topic">
            <a:extLst>
              <a:ext uri="{FF2B5EF4-FFF2-40B4-BE49-F238E27FC236}">
                <a16:creationId xmlns:a16="http://schemas.microsoft.com/office/drawing/2014/main" id="{21FC85AB-96B2-8C1C-FB81-612C1D191953}"/>
              </a:ext>
            </a:extLst>
          </p:cNvPr>
          <p:cNvSpPr/>
          <p:nvPr userDrawn="1"/>
        </p:nvSpPr>
        <p:spPr>
          <a:xfrm>
            <a:off x="1332983" y="2909023"/>
            <a:ext cx="4976110" cy="1096835"/>
          </a:xfrm>
          <a:prstGeom prst="rect">
            <a:avLst/>
          </a:prstGeom>
          <a:noFill/>
          <a:ln/>
        </p:spPr>
        <p:txBody>
          <a:bodyPr wrap="square" lIns="0" tIns="0" rIns="0" bIns="0" rtlCol="0" anchor="t"/>
          <a:lstStyle/>
          <a:p>
            <a:pPr marL="0" lvl="1" indent="0" algn="ctr">
              <a:lnSpc>
                <a:spcPct val="100000"/>
              </a:lnSpc>
            </a:pPr>
            <a:r>
              <a:rPr lang="en-US" sz="3600" b="1" dirty="0" err="1">
                <a:solidFill>
                  <a:schemeClr val="accent6">
                    <a:lumMod val="40000"/>
                    <a:lumOff val="60000"/>
                  </a:schemeClr>
                </a:solidFill>
                <a:latin typeface="Hind Siliguri" panose="02000000000000000000" pitchFamily="2" charset="0"/>
                <a:ea typeface="Inter Bold" pitchFamily="34" charset="-122"/>
                <a:cs typeface="Hind Siliguri" panose="02000000000000000000" pitchFamily="2" charset="0"/>
              </a:rPr>
              <a:t>অধ্যায়</a:t>
            </a:r>
            <a:r>
              <a:rPr lang="en-US" sz="3600" b="1" dirty="0">
                <a:solidFill>
                  <a:schemeClr val="accent6">
                    <a:lumMod val="40000"/>
                    <a:lumOff val="60000"/>
                  </a:schemeClr>
                </a:solidFill>
                <a:latin typeface="Hind Siliguri" panose="02000000000000000000" pitchFamily="2" charset="0"/>
                <a:ea typeface="Inter Bold" pitchFamily="34" charset="-122"/>
                <a:cs typeface="Hind Siliguri" panose="02000000000000000000" pitchFamily="2" charset="0"/>
              </a:rPr>
              <a:t> ৫ </a:t>
            </a:r>
          </a:p>
          <a:p>
            <a:pPr marL="0" lvl="1" indent="0" algn="ctr">
              <a:lnSpc>
                <a:spcPct val="100000"/>
              </a:lnSpc>
            </a:pPr>
            <a:r>
              <a:rPr lang="as-IN" sz="3600" b="1" dirty="0">
                <a:solidFill>
                  <a:srgbClr val="FFFFFF"/>
                </a:solidFill>
                <a:latin typeface="Hind Siliguri" panose="02000000000000000000" pitchFamily="2" charset="0"/>
                <a:ea typeface="Inter Bold" pitchFamily="34" charset="-122"/>
                <a:cs typeface="Hind Siliguri" panose="02000000000000000000" pitchFamily="2" charset="0"/>
              </a:rPr>
              <a:t>সমন্বয় ও নি:সরণ</a:t>
            </a:r>
            <a:endParaRPr lang="en-US" sz="3600" dirty="0"/>
          </a:p>
        </p:txBody>
      </p:sp>
      <p:sp>
        <p:nvSpPr>
          <p:cNvPr id="34" name="topic">
            <a:extLst>
              <a:ext uri="{FF2B5EF4-FFF2-40B4-BE49-F238E27FC236}">
                <a16:creationId xmlns:a16="http://schemas.microsoft.com/office/drawing/2014/main" id="{9B951C13-0A11-BE77-3D3B-0AEDA668CF82}"/>
              </a:ext>
            </a:extLst>
          </p:cNvPr>
          <p:cNvSpPr/>
          <p:nvPr userDrawn="1"/>
        </p:nvSpPr>
        <p:spPr>
          <a:xfrm>
            <a:off x="806614" y="4235709"/>
            <a:ext cx="5930570" cy="780791"/>
          </a:xfrm>
          <a:prstGeom prst="rect">
            <a:avLst/>
          </a:prstGeom>
          <a:noFill/>
          <a:ln/>
        </p:spPr>
        <p:txBody>
          <a:bodyPr wrap="square" lIns="0" tIns="0" rIns="0" bIns="0" rtlCol="0" anchor="t"/>
          <a:lstStyle/>
          <a:p>
            <a:pPr marL="0" lvl="1" indent="0" algn="ctr">
              <a:lnSpc>
                <a:spcPct val="100000"/>
              </a:lnSpc>
            </a:pPr>
            <a:r>
              <a:rPr lang="bn-IN" sz="3600" b="1" dirty="0">
                <a:solidFill>
                  <a:schemeClr val="bg1"/>
                </a:solidFill>
                <a:latin typeface="Hind Siliguri" panose="02000000000000000000" pitchFamily="2" charset="0"/>
                <a:ea typeface="Inter Bold" pitchFamily="34" charset="-122"/>
                <a:cs typeface="Hind Siliguri" panose="02000000000000000000" pitchFamily="2" charset="0"/>
              </a:rPr>
              <a:t>পাঠ ৮-১০</a:t>
            </a:r>
            <a:r>
              <a:rPr lang="en-US" sz="3600" b="1" dirty="0">
                <a:solidFill>
                  <a:schemeClr val="bg1"/>
                </a:solidFill>
                <a:latin typeface="Hind Siliguri" panose="02000000000000000000" pitchFamily="2" charset="0"/>
                <a:ea typeface="Inter Bold" pitchFamily="34" charset="-122"/>
                <a:cs typeface="Hind Siliguri" panose="02000000000000000000" pitchFamily="2" charset="0"/>
              </a:rPr>
              <a:t>:</a:t>
            </a:r>
            <a:r>
              <a:rPr lang="bn-IN" sz="3600" b="1" dirty="0">
                <a:solidFill>
                  <a:schemeClr val="bg1"/>
                </a:solidFill>
                <a:latin typeface="Hind Siliguri" panose="02000000000000000000" pitchFamily="2" charset="0"/>
                <a:ea typeface="Inter Bold" pitchFamily="34" charset="-122"/>
                <a:cs typeface="Hind Siliguri" panose="02000000000000000000" pitchFamily="2" charset="0"/>
              </a:rPr>
              <a:t> </a:t>
            </a:r>
            <a:r>
              <a:rPr lang="bn-IN" sz="3600" b="1" dirty="0" err="1">
                <a:solidFill>
                  <a:schemeClr val="bg1"/>
                </a:solidFill>
                <a:latin typeface="Hind Siliguri" panose="02000000000000000000" pitchFamily="2" charset="0"/>
                <a:ea typeface="Inter Bold" pitchFamily="34" charset="-122"/>
                <a:cs typeface="Hind Siliguri" panose="02000000000000000000" pitchFamily="2" charset="0"/>
              </a:rPr>
              <a:t>মেরুরজ্জু</a:t>
            </a:r>
            <a:endParaRPr lang="bn-IN" sz="3600" b="1" dirty="0">
              <a:solidFill>
                <a:schemeClr val="bg1"/>
              </a:solidFill>
              <a:latin typeface="Hind Siliguri" panose="02000000000000000000" pitchFamily="2" charset="0"/>
              <a:ea typeface="Inter Bold" pitchFamily="34" charset="-122"/>
              <a:cs typeface="Hind Siliguri" panose="02000000000000000000" pitchFamily="2" charset="0"/>
            </a:endParaRPr>
          </a:p>
        </p:txBody>
      </p:sp>
      <p:grpSp>
        <p:nvGrpSpPr>
          <p:cNvPr id="35" name="Group 34">
            <a:extLst>
              <a:ext uri="{FF2B5EF4-FFF2-40B4-BE49-F238E27FC236}">
                <a16:creationId xmlns:a16="http://schemas.microsoft.com/office/drawing/2014/main" id="{61EC83D8-10FB-2A19-1D54-E823D69A992D}"/>
              </a:ext>
            </a:extLst>
          </p:cNvPr>
          <p:cNvGrpSpPr/>
          <p:nvPr userDrawn="1"/>
        </p:nvGrpSpPr>
        <p:grpSpPr>
          <a:xfrm>
            <a:off x="8294794" y="644711"/>
            <a:ext cx="2995506" cy="515840"/>
            <a:chOff x="12442192" y="952553"/>
            <a:chExt cx="4493258" cy="773760"/>
          </a:xfrm>
        </p:grpSpPr>
        <p:pic>
          <p:nvPicPr>
            <p:cNvPr id="36" name="10MS-White 12" descr="preencoded.png">
              <a:extLst>
                <a:ext uri="{FF2B5EF4-FFF2-40B4-BE49-F238E27FC236}">
                  <a16:creationId xmlns:a16="http://schemas.microsoft.com/office/drawing/2014/main" id="{35A568D4-BF3C-59B7-D470-FBD0375B59A4}"/>
                </a:ext>
              </a:extLst>
            </p:cNvPr>
            <p:cNvPicPr>
              <a:picLocks noChangeAspect="1"/>
            </p:cNvPicPr>
            <p:nvPr userDrawn="1"/>
          </p:nvPicPr>
          <p:blipFill>
            <a:blip r:embed="rId20"/>
            <a:srcRect/>
            <a:stretch/>
          </p:blipFill>
          <p:spPr>
            <a:xfrm>
              <a:off x="14401800" y="971550"/>
              <a:ext cx="2533650" cy="704850"/>
            </a:xfrm>
            <a:prstGeom prst="rect">
              <a:avLst/>
            </a:prstGeom>
          </p:spPr>
        </p:pic>
        <p:pic>
          <p:nvPicPr>
            <p:cNvPr id="37" name="Picture 36">
              <a:extLst>
                <a:ext uri="{FF2B5EF4-FFF2-40B4-BE49-F238E27FC236}">
                  <a16:creationId xmlns:a16="http://schemas.microsoft.com/office/drawing/2014/main" id="{9EFB0870-24AE-6775-8CD9-B0DAAE48FD1C}"/>
                </a:ext>
              </a:extLst>
            </p:cNvPr>
            <p:cNvPicPr>
              <a:picLocks noChangeAspect="1"/>
            </p:cNvPicPr>
            <p:nvPr userDrawn="1"/>
          </p:nvPicPr>
          <p:blipFill>
            <a:blip r:embed="rId21"/>
            <a:stretch>
              <a:fillRect/>
            </a:stretch>
          </p:blipFill>
          <p:spPr>
            <a:xfrm>
              <a:off x="12442192" y="952553"/>
              <a:ext cx="1534458" cy="773760"/>
            </a:xfrm>
            <a:prstGeom prst="rect">
              <a:avLst/>
            </a:prstGeom>
          </p:spPr>
        </p:pic>
      </p:grpSp>
    </p:spTree>
    <p:extLst>
      <p:ext uri="{BB962C8B-B14F-4D97-AF65-F5344CB8AC3E}">
        <p14:creationId xmlns:p14="http://schemas.microsoft.com/office/powerpoint/2010/main" val="3050072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pic>
        <p:nvPicPr>
          <p:cNvPr id="18" name="Slide 16:9 - 172" descr="preencoded.png">
            <a:extLst>
              <a:ext uri="{FF2B5EF4-FFF2-40B4-BE49-F238E27FC236}">
                <a16:creationId xmlns:a16="http://schemas.microsoft.com/office/drawing/2014/main" id="{21FB05CB-94CF-032A-E3BE-898F27E93784}"/>
              </a:ext>
            </a:extLst>
          </p:cNvPr>
          <p:cNvPicPr>
            <a:picLocks noChangeAspect="1"/>
          </p:cNvPicPr>
          <p:nvPr userDrawn="1"/>
        </p:nvPicPr>
        <p:blipFill>
          <a:blip r:embed="rId2"/>
          <a:srcRect/>
          <a:stretch/>
        </p:blipFill>
        <p:spPr>
          <a:xfrm>
            <a:off x="-1" y="0"/>
            <a:ext cx="12192001" cy="6858000"/>
          </a:xfrm>
          <a:prstGeom prst="rect">
            <a:avLst/>
          </a:prstGeom>
        </p:spPr>
      </p:pic>
      <p:pic>
        <p:nvPicPr>
          <p:cNvPr id="19" name="3215346 1" descr="preencoded.png">
            <a:extLst>
              <a:ext uri="{FF2B5EF4-FFF2-40B4-BE49-F238E27FC236}">
                <a16:creationId xmlns:a16="http://schemas.microsoft.com/office/drawing/2014/main" id="{938C20C5-EB05-E6AF-9823-06383555E9B4}"/>
              </a:ext>
            </a:extLst>
          </p:cNvPr>
          <p:cNvPicPr>
            <a:picLocks noChangeAspect="1"/>
          </p:cNvPicPr>
          <p:nvPr userDrawn="1"/>
        </p:nvPicPr>
        <p:blipFill>
          <a:blip r:embed="rId3"/>
          <a:srcRect/>
          <a:stretch/>
        </p:blipFill>
        <p:spPr>
          <a:xfrm>
            <a:off x="5295527" y="5877074"/>
            <a:ext cx="1305725" cy="980926"/>
          </a:xfrm>
          <a:prstGeom prst="rect">
            <a:avLst/>
          </a:prstGeom>
        </p:spPr>
      </p:pic>
      <p:pic>
        <p:nvPicPr>
          <p:cNvPr id="20" name="Rectangle 10" descr="preencoded.png">
            <a:extLst>
              <a:ext uri="{FF2B5EF4-FFF2-40B4-BE49-F238E27FC236}">
                <a16:creationId xmlns:a16="http://schemas.microsoft.com/office/drawing/2014/main" id="{228B7525-1EE0-2E3C-DD45-4DBC4A92336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 y="2698750"/>
            <a:ext cx="12192001" cy="2800350"/>
          </a:xfrm>
          <a:prstGeom prst="rect">
            <a:avLst/>
          </a:prstGeom>
        </p:spPr>
      </p:pic>
      <p:pic>
        <p:nvPicPr>
          <p:cNvPr id="21" name="Ellipse 2" descr="preencoded.png">
            <a:extLst>
              <a:ext uri="{FF2B5EF4-FFF2-40B4-BE49-F238E27FC236}">
                <a16:creationId xmlns:a16="http://schemas.microsoft.com/office/drawing/2014/main" id="{B2DF2F29-D3E9-14AD-7D77-8D9C8D07247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7061627" y="1609127"/>
            <a:ext cx="4762500" cy="4762500"/>
          </a:xfrm>
          <a:prstGeom prst="rect">
            <a:avLst/>
          </a:prstGeom>
        </p:spPr>
      </p:pic>
      <p:pic>
        <p:nvPicPr>
          <p:cNvPr id="22" name="Ellipse 5" descr="preencoded.png">
            <a:extLst>
              <a:ext uri="{FF2B5EF4-FFF2-40B4-BE49-F238E27FC236}">
                <a16:creationId xmlns:a16="http://schemas.microsoft.com/office/drawing/2014/main" id="{749E62E3-9392-3154-1C55-362A80023262}"/>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7283877" y="1822450"/>
            <a:ext cx="4318000" cy="4318000"/>
          </a:xfrm>
          <a:prstGeom prst="rect">
            <a:avLst/>
          </a:prstGeom>
        </p:spPr>
      </p:pic>
      <p:pic>
        <p:nvPicPr>
          <p:cNvPr id="23" name="Mask group" descr="preencoded.png">
            <a:extLst>
              <a:ext uri="{FF2B5EF4-FFF2-40B4-BE49-F238E27FC236}">
                <a16:creationId xmlns:a16="http://schemas.microsoft.com/office/drawing/2014/main" id="{A76F38A5-75CD-F176-3AA7-385C0EC69F3C}"/>
              </a:ext>
            </a:extLst>
          </p:cNvPr>
          <p:cNvPicPr>
            <a:picLocks noChangeAspect="1"/>
          </p:cNvPicPr>
          <p:nvPr userDrawn="1"/>
        </p:nvPicPr>
        <p:blipFill>
          <a:blip r:embed="rId10"/>
          <a:srcRect/>
          <a:stretch/>
        </p:blipFill>
        <p:spPr>
          <a:xfrm rot="188820">
            <a:off x="7210351" y="1794792"/>
            <a:ext cx="4438650" cy="4298950"/>
          </a:xfrm>
          <a:prstGeom prst="rect">
            <a:avLst/>
          </a:prstGeom>
        </p:spPr>
      </p:pic>
      <p:pic>
        <p:nvPicPr>
          <p:cNvPr id="24" name="2784428 1" descr="preencoded.png">
            <a:extLst>
              <a:ext uri="{FF2B5EF4-FFF2-40B4-BE49-F238E27FC236}">
                <a16:creationId xmlns:a16="http://schemas.microsoft.com/office/drawing/2014/main" id="{A39CF81D-EE56-9316-9C83-9ED9FD6EB018}"/>
              </a:ext>
            </a:extLst>
          </p:cNvPr>
          <p:cNvPicPr>
            <a:picLocks noChangeAspect="1"/>
          </p:cNvPicPr>
          <p:nvPr userDrawn="1"/>
        </p:nvPicPr>
        <p:blipFill>
          <a:blip r:embed="rId11"/>
          <a:srcRect/>
          <a:stretch/>
        </p:blipFill>
        <p:spPr>
          <a:xfrm>
            <a:off x="482599" y="723444"/>
            <a:ext cx="900338" cy="900338"/>
          </a:xfrm>
          <a:prstGeom prst="rect">
            <a:avLst/>
          </a:prstGeom>
        </p:spPr>
      </p:pic>
      <p:pic>
        <p:nvPicPr>
          <p:cNvPr id="25" name="3215346 1" descr="preencoded.png">
            <a:extLst>
              <a:ext uri="{FF2B5EF4-FFF2-40B4-BE49-F238E27FC236}">
                <a16:creationId xmlns:a16="http://schemas.microsoft.com/office/drawing/2014/main" id="{D1C01331-519F-12B7-9219-C03653A13C54}"/>
              </a:ext>
            </a:extLst>
          </p:cNvPr>
          <p:cNvPicPr>
            <a:picLocks noChangeAspect="1"/>
          </p:cNvPicPr>
          <p:nvPr userDrawn="1"/>
        </p:nvPicPr>
        <p:blipFill>
          <a:blip r:embed="rId12"/>
          <a:srcRect/>
          <a:stretch/>
        </p:blipFill>
        <p:spPr>
          <a:xfrm>
            <a:off x="2012676" y="1327150"/>
            <a:ext cx="966577" cy="966573"/>
          </a:xfrm>
          <a:prstGeom prst="rect">
            <a:avLst/>
          </a:prstGeom>
        </p:spPr>
      </p:pic>
      <p:pic>
        <p:nvPicPr>
          <p:cNvPr id="26" name="2201544 1" descr="preencoded.png">
            <a:extLst>
              <a:ext uri="{FF2B5EF4-FFF2-40B4-BE49-F238E27FC236}">
                <a16:creationId xmlns:a16="http://schemas.microsoft.com/office/drawing/2014/main" id="{E80CDB79-E5D6-2A1D-D20C-F529E2B88F81}"/>
              </a:ext>
            </a:extLst>
          </p:cNvPr>
          <p:cNvPicPr>
            <a:picLocks noChangeAspect="1"/>
          </p:cNvPicPr>
          <p:nvPr userDrawn="1"/>
        </p:nvPicPr>
        <p:blipFill>
          <a:blip r:embed="rId13"/>
          <a:srcRect/>
          <a:stretch/>
        </p:blipFill>
        <p:spPr>
          <a:xfrm>
            <a:off x="3390899" y="5759450"/>
            <a:ext cx="762000" cy="762000"/>
          </a:xfrm>
          <a:prstGeom prst="rect">
            <a:avLst/>
          </a:prstGeom>
        </p:spPr>
      </p:pic>
      <p:pic>
        <p:nvPicPr>
          <p:cNvPr id="27" name="1467187 1" descr="preencoded.png">
            <a:extLst>
              <a:ext uri="{FF2B5EF4-FFF2-40B4-BE49-F238E27FC236}">
                <a16:creationId xmlns:a16="http://schemas.microsoft.com/office/drawing/2014/main" id="{D3A553F5-60A8-D9A6-185A-CDB798F497A4}"/>
              </a:ext>
            </a:extLst>
          </p:cNvPr>
          <p:cNvPicPr>
            <a:picLocks noChangeAspect="1"/>
          </p:cNvPicPr>
          <p:nvPr userDrawn="1"/>
        </p:nvPicPr>
        <p:blipFill>
          <a:blip r:embed="rId14"/>
          <a:srcRect/>
          <a:stretch/>
        </p:blipFill>
        <p:spPr>
          <a:xfrm>
            <a:off x="5676899" y="1485900"/>
            <a:ext cx="831850" cy="831850"/>
          </a:xfrm>
          <a:prstGeom prst="rect">
            <a:avLst/>
          </a:prstGeom>
        </p:spPr>
      </p:pic>
      <p:pic>
        <p:nvPicPr>
          <p:cNvPr id="28" name="8361822 1" descr="preencoded.png">
            <a:extLst>
              <a:ext uri="{FF2B5EF4-FFF2-40B4-BE49-F238E27FC236}">
                <a16:creationId xmlns:a16="http://schemas.microsoft.com/office/drawing/2014/main" id="{EA771312-D611-890D-5B1D-2272C5D1D9CB}"/>
              </a:ext>
            </a:extLst>
          </p:cNvPr>
          <p:cNvPicPr>
            <a:picLocks noChangeAspect="1"/>
          </p:cNvPicPr>
          <p:nvPr userDrawn="1"/>
        </p:nvPicPr>
        <p:blipFill>
          <a:blip r:embed="rId15"/>
          <a:srcRect/>
          <a:stretch/>
        </p:blipFill>
        <p:spPr>
          <a:xfrm>
            <a:off x="989743" y="5810250"/>
            <a:ext cx="1025770" cy="1025770"/>
          </a:xfrm>
          <a:prstGeom prst="rect">
            <a:avLst/>
          </a:prstGeom>
        </p:spPr>
      </p:pic>
      <p:pic>
        <p:nvPicPr>
          <p:cNvPr id="29" name="1016507 1" descr="preencoded.png">
            <a:extLst>
              <a:ext uri="{FF2B5EF4-FFF2-40B4-BE49-F238E27FC236}">
                <a16:creationId xmlns:a16="http://schemas.microsoft.com/office/drawing/2014/main" id="{B4291C49-8817-68FB-DBDA-4BC62EFE8688}"/>
              </a:ext>
            </a:extLst>
          </p:cNvPr>
          <p:cNvPicPr>
            <a:picLocks noChangeAspect="1"/>
          </p:cNvPicPr>
          <p:nvPr userDrawn="1"/>
        </p:nvPicPr>
        <p:blipFill>
          <a:blip r:embed="rId16"/>
          <a:srcRect/>
          <a:stretch/>
        </p:blipFill>
        <p:spPr>
          <a:xfrm>
            <a:off x="3848099" y="609600"/>
            <a:ext cx="895350" cy="895350"/>
          </a:xfrm>
          <a:prstGeom prst="rect">
            <a:avLst/>
          </a:prstGeom>
        </p:spPr>
      </p:pic>
      <p:pic>
        <p:nvPicPr>
          <p:cNvPr id="30" name="Rectangle 2" descr="preencoded.png">
            <a:extLst>
              <a:ext uri="{FF2B5EF4-FFF2-40B4-BE49-F238E27FC236}">
                <a16:creationId xmlns:a16="http://schemas.microsoft.com/office/drawing/2014/main" id="{02D010BD-405F-8398-AC8E-833209FB65CB}"/>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8039100" y="463550"/>
            <a:ext cx="3429000" cy="920750"/>
          </a:xfrm>
          <a:prstGeom prst="rect">
            <a:avLst/>
          </a:prstGeom>
        </p:spPr>
      </p:pic>
      <p:pic>
        <p:nvPicPr>
          <p:cNvPr id="31" name="Picture 30">
            <a:extLst>
              <a:ext uri="{FF2B5EF4-FFF2-40B4-BE49-F238E27FC236}">
                <a16:creationId xmlns:a16="http://schemas.microsoft.com/office/drawing/2014/main" id="{A1C153C2-ED50-83DD-899A-50CC7D1CAAE1}"/>
              </a:ext>
            </a:extLst>
          </p:cNvPr>
          <p:cNvPicPr>
            <a:picLocks noChangeAspect="1"/>
          </p:cNvPicPr>
          <p:nvPr userDrawn="1"/>
        </p:nvPicPr>
        <p:blipFill>
          <a:blip r:embed="rId19"/>
          <a:stretch>
            <a:fillRect/>
          </a:stretch>
        </p:blipFill>
        <p:spPr>
          <a:xfrm>
            <a:off x="10483897" y="1291627"/>
            <a:ext cx="1133427" cy="469900"/>
          </a:xfrm>
          <a:prstGeom prst="rect">
            <a:avLst/>
          </a:prstGeom>
        </p:spPr>
      </p:pic>
      <p:sp>
        <p:nvSpPr>
          <p:cNvPr id="32" name="Bangla">
            <a:extLst>
              <a:ext uri="{FF2B5EF4-FFF2-40B4-BE49-F238E27FC236}">
                <a16:creationId xmlns:a16="http://schemas.microsoft.com/office/drawing/2014/main" id="{88D71FCA-EC3A-50CF-B1E3-42BD7AEB1FB1}"/>
              </a:ext>
            </a:extLst>
          </p:cNvPr>
          <p:cNvSpPr/>
          <p:nvPr userDrawn="1"/>
        </p:nvSpPr>
        <p:spPr>
          <a:xfrm>
            <a:off x="7715250" y="2054823"/>
            <a:ext cx="3409950" cy="1746250"/>
          </a:xfrm>
          <a:prstGeom prst="rect">
            <a:avLst/>
          </a:prstGeom>
          <a:noFill/>
          <a:ln/>
        </p:spPr>
        <p:txBody>
          <a:bodyPr wrap="square" lIns="0" tIns="0" rIns="0" bIns="0" rtlCol="0" anchor="t"/>
          <a:lstStyle/>
          <a:p>
            <a:pPr marL="0" indent="0" algn="ctr">
              <a:lnSpc>
                <a:spcPct val="100000"/>
              </a:lnSpc>
              <a:buNone/>
            </a:pPr>
            <a:r>
              <a:rPr lang="en-US" sz="4000" b="1" dirty="0">
                <a:solidFill>
                  <a:srgbClr val="FF0000"/>
                </a:solidFill>
                <a:latin typeface="Hind Siliguri" panose="02000000000000000000" pitchFamily="2" charset="0"/>
                <a:ea typeface="Inter Bold" pitchFamily="34" charset="-122"/>
                <a:cs typeface="Hind Siliguri" panose="02000000000000000000" pitchFamily="2" charset="0"/>
              </a:rPr>
              <a:t>৮ম</a:t>
            </a:r>
            <a:r>
              <a:rPr lang="en-US" sz="4000" b="1" dirty="0">
                <a:solidFill>
                  <a:srgbClr val="FFFFFF"/>
                </a:solidFill>
                <a:latin typeface="Hind Siliguri" panose="02000000000000000000" pitchFamily="2" charset="0"/>
                <a:ea typeface="Inter Bold" pitchFamily="34" charset="-122"/>
                <a:cs typeface="Hind Siliguri" panose="02000000000000000000" pitchFamily="2" charset="0"/>
              </a:rPr>
              <a:t> শ্রেণি  
</a:t>
            </a:r>
            <a:r>
              <a:rPr lang="as-IN" sz="4000" b="1" dirty="0">
                <a:solidFill>
                  <a:srgbClr val="FFFFFF"/>
                </a:solidFill>
                <a:latin typeface="Hind Siliguri" panose="02000000000000000000" pitchFamily="2" charset="0"/>
                <a:ea typeface="Inter Bold" pitchFamily="34" charset="-122"/>
                <a:cs typeface="Hind Siliguri" panose="02000000000000000000" pitchFamily="2" charset="0"/>
              </a:rPr>
              <a:t>বিজ্ঞান</a:t>
            </a:r>
            <a:endParaRPr lang="en-US" sz="4000" dirty="0">
              <a:latin typeface="Hind Siliguri" panose="02000000000000000000" pitchFamily="2" charset="0"/>
              <a:cs typeface="Hind Siliguri" panose="02000000000000000000" pitchFamily="2" charset="0"/>
            </a:endParaRPr>
          </a:p>
        </p:txBody>
      </p:sp>
      <p:sp>
        <p:nvSpPr>
          <p:cNvPr id="33" name="topic">
            <a:extLst>
              <a:ext uri="{FF2B5EF4-FFF2-40B4-BE49-F238E27FC236}">
                <a16:creationId xmlns:a16="http://schemas.microsoft.com/office/drawing/2014/main" id="{21FC85AB-96B2-8C1C-FB81-612C1D191953}"/>
              </a:ext>
            </a:extLst>
          </p:cNvPr>
          <p:cNvSpPr/>
          <p:nvPr userDrawn="1"/>
        </p:nvSpPr>
        <p:spPr>
          <a:xfrm>
            <a:off x="1332983" y="2909023"/>
            <a:ext cx="4976110" cy="1096835"/>
          </a:xfrm>
          <a:prstGeom prst="rect">
            <a:avLst/>
          </a:prstGeom>
          <a:noFill/>
          <a:ln/>
        </p:spPr>
        <p:txBody>
          <a:bodyPr wrap="square" lIns="0" tIns="0" rIns="0" bIns="0" rtlCol="0" anchor="t"/>
          <a:lstStyle/>
          <a:p>
            <a:pPr marL="0" lvl="1" indent="0" algn="ctr">
              <a:lnSpc>
                <a:spcPct val="100000"/>
              </a:lnSpc>
            </a:pPr>
            <a:r>
              <a:rPr lang="en-US" sz="3600" b="1" dirty="0" err="1">
                <a:solidFill>
                  <a:schemeClr val="accent6">
                    <a:lumMod val="40000"/>
                    <a:lumOff val="60000"/>
                  </a:schemeClr>
                </a:solidFill>
                <a:latin typeface="Hind Siliguri" panose="02000000000000000000" pitchFamily="2" charset="0"/>
                <a:ea typeface="Inter Bold" pitchFamily="34" charset="-122"/>
                <a:cs typeface="Hind Siliguri" panose="02000000000000000000" pitchFamily="2" charset="0"/>
              </a:rPr>
              <a:t>অধ্যায়</a:t>
            </a:r>
            <a:r>
              <a:rPr lang="en-US" sz="3600" b="1" dirty="0">
                <a:solidFill>
                  <a:schemeClr val="accent6">
                    <a:lumMod val="40000"/>
                    <a:lumOff val="60000"/>
                  </a:schemeClr>
                </a:solidFill>
                <a:latin typeface="Hind Siliguri" panose="02000000000000000000" pitchFamily="2" charset="0"/>
                <a:ea typeface="Inter Bold" pitchFamily="34" charset="-122"/>
                <a:cs typeface="Hind Siliguri" panose="02000000000000000000" pitchFamily="2" charset="0"/>
              </a:rPr>
              <a:t> ৫ </a:t>
            </a:r>
          </a:p>
          <a:p>
            <a:pPr marL="0" lvl="1" indent="0" algn="ctr">
              <a:lnSpc>
                <a:spcPct val="100000"/>
              </a:lnSpc>
            </a:pPr>
            <a:r>
              <a:rPr lang="as-IN" sz="3600" b="1" dirty="0">
                <a:solidFill>
                  <a:srgbClr val="FFFFFF"/>
                </a:solidFill>
                <a:latin typeface="Hind Siliguri" panose="02000000000000000000" pitchFamily="2" charset="0"/>
                <a:ea typeface="Inter Bold" pitchFamily="34" charset="-122"/>
                <a:cs typeface="Hind Siliguri" panose="02000000000000000000" pitchFamily="2" charset="0"/>
              </a:rPr>
              <a:t>সমন্বয় ও নি:সরণ</a:t>
            </a:r>
            <a:endParaRPr lang="en-US" sz="3600" dirty="0"/>
          </a:p>
        </p:txBody>
      </p:sp>
      <p:sp>
        <p:nvSpPr>
          <p:cNvPr id="34" name="topic">
            <a:extLst>
              <a:ext uri="{FF2B5EF4-FFF2-40B4-BE49-F238E27FC236}">
                <a16:creationId xmlns:a16="http://schemas.microsoft.com/office/drawing/2014/main" id="{9B951C13-0A11-BE77-3D3B-0AEDA668CF82}"/>
              </a:ext>
            </a:extLst>
          </p:cNvPr>
          <p:cNvSpPr/>
          <p:nvPr userDrawn="1"/>
        </p:nvSpPr>
        <p:spPr>
          <a:xfrm>
            <a:off x="806614" y="4235709"/>
            <a:ext cx="5930570" cy="780791"/>
          </a:xfrm>
          <a:prstGeom prst="rect">
            <a:avLst/>
          </a:prstGeom>
          <a:noFill/>
          <a:ln/>
        </p:spPr>
        <p:txBody>
          <a:bodyPr wrap="square" lIns="0" tIns="0" rIns="0" bIns="0" rtlCol="0" anchor="t"/>
          <a:lstStyle/>
          <a:p>
            <a:pPr marL="57150" lvl="1" indent="0" algn="ctr">
              <a:lnSpc>
                <a:spcPct val="100000"/>
              </a:lnSpc>
            </a:pPr>
            <a:r>
              <a:rPr lang="bn-IN" sz="3600" b="1" dirty="0">
                <a:solidFill>
                  <a:schemeClr val="bg1"/>
                </a:solidFill>
                <a:latin typeface="Hind Siliguri" panose="02000000000000000000" pitchFamily="2" charset="0"/>
                <a:ea typeface="Inter Bold" pitchFamily="34" charset="-122"/>
                <a:cs typeface="Hind Siliguri" panose="02000000000000000000" pitchFamily="2" charset="0"/>
              </a:rPr>
              <a:t>পাঠ ১১-১২</a:t>
            </a:r>
            <a:r>
              <a:rPr lang="en-US" sz="3600" b="1" dirty="0">
                <a:solidFill>
                  <a:schemeClr val="bg1"/>
                </a:solidFill>
                <a:latin typeface="Hind Siliguri" panose="02000000000000000000" pitchFamily="2" charset="0"/>
                <a:ea typeface="Inter Bold" pitchFamily="34" charset="-122"/>
                <a:cs typeface="Hind Siliguri" panose="02000000000000000000" pitchFamily="2" charset="0"/>
              </a:rPr>
              <a:t>:</a:t>
            </a:r>
            <a:r>
              <a:rPr lang="bn-IN" sz="3600" b="1" dirty="0">
                <a:solidFill>
                  <a:schemeClr val="bg1"/>
                </a:solidFill>
                <a:latin typeface="Hind Siliguri" panose="02000000000000000000" pitchFamily="2" charset="0"/>
                <a:ea typeface="Inter Bold" pitchFamily="34" charset="-122"/>
                <a:cs typeface="Hind Siliguri" panose="02000000000000000000" pitchFamily="2" charset="0"/>
              </a:rPr>
              <a:t> </a:t>
            </a:r>
            <a:r>
              <a:rPr lang="bn-IN" sz="3600" b="1" dirty="0" err="1">
                <a:solidFill>
                  <a:schemeClr val="bg1"/>
                </a:solidFill>
                <a:latin typeface="Hind Siliguri" panose="02000000000000000000" pitchFamily="2" charset="0"/>
                <a:ea typeface="Inter Bold" pitchFamily="34" charset="-122"/>
                <a:cs typeface="Hind Siliguri" panose="02000000000000000000" pitchFamily="2" charset="0"/>
              </a:rPr>
              <a:t>রেচনতন্ত্র</a:t>
            </a:r>
            <a:endParaRPr lang="bn-IN" sz="3600" b="1" dirty="0">
              <a:solidFill>
                <a:schemeClr val="bg1"/>
              </a:solidFill>
              <a:latin typeface="Hind Siliguri" panose="02000000000000000000" pitchFamily="2" charset="0"/>
              <a:ea typeface="Inter Bold" pitchFamily="34" charset="-122"/>
              <a:cs typeface="Hind Siliguri" panose="02000000000000000000" pitchFamily="2" charset="0"/>
            </a:endParaRPr>
          </a:p>
        </p:txBody>
      </p:sp>
      <p:grpSp>
        <p:nvGrpSpPr>
          <p:cNvPr id="35" name="Group 34">
            <a:extLst>
              <a:ext uri="{FF2B5EF4-FFF2-40B4-BE49-F238E27FC236}">
                <a16:creationId xmlns:a16="http://schemas.microsoft.com/office/drawing/2014/main" id="{61EC83D8-10FB-2A19-1D54-E823D69A992D}"/>
              </a:ext>
            </a:extLst>
          </p:cNvPr>
          <p:cNvGrpSpPr/>
          <p:nvPr userDrawn="1"/>
        </p:nvGrpSpPr>
        <p:grpSpPr>
          <a:xfrm>
            <a:off x="8294794" y="644711"/>
            <a:ext cx="2995506" cy="515840"/>
            <a:chOff x="12442192" y="952553"/>
            <a:chExt cx="4493258" cy="773760"/>
          </a:xfrm>
        </p:grpSpPr>
        <p:pic>
          <p:nvPicPr>
            <p:cNvPr id="36" name="10MS-White 12" descr="preencoded.png">
              <a:extLst>
                <a:ext uri="{FF2B5EF4-FFF2-40B4-BE49-F238E27FC236}">
                  <a16:creationId xmlns:a16="http://schemas.microsoft.com/office/drawing/2014/main" id="{35A568D4-BF3C-59B7-D470-FBD0375B59A4}"/>
                </a:ext>
              </a:extLst>
            </p:cNvPr>
            <p:cNvPicPr>
              <a:picLocks noChangeAspect="1"/>
            </p:cNvPicPr>
            <p:nvPr userDrawn="1"/>
          </p:nvPicPr>
          <p:blipFill>
            <a:blip r:embed="rId20"/>
            <a:srcRect/>
            <a:stretch/>
          </p:blipFill>
          <p:spPr>
            <a:xfrm>
              <a:off x="14401800" y="971550"/>
              <a:ext cx="2533650" cy="704850"/>
            </a:xfrm>
            <a:prstGeom prst="rect">
              <a:avLst/>
            </a:prstGeom>
          </p:spPr>
        </p:pic>
        <p:pic>
          <p:nvPicPr>
            <p:cNvPr id="37" name="Picture 36">
              <a:extLst>
                <a:ext uri="{FF2B5EF4-FFF2-40B4-BE49-F238E27FC236}">
                  <a16:creationId xmlns:a16="http://schemas.microsoft.com/office/drawing/2014/main" id="{9EFB0870-24AE-6775-8CD9-B0DAAE48FD1C}"/>
                </a:ext>
              </a:extLst>
            </p:cNvPr>
            <p:cNvPicPr>
              <a:picLocks noChangeAspect="1"/>
            </p:cNvPicPr>
            <p:nvPr userDrawn="1"/>
          </p:nvPicPr>
          <p:blipFill>
            <a:blip r:embed="rId21"/>
            <a:stretch>
              <a:fillRect/>
            </a:stretch>
          </p:blipFill>
          <p:spPr>
            <a:xfrm>
              <a:off x="12442192" y="952553"/>
              <a:ext cx="1534458" cy="773760"/>
            </a:xfrm>
            <a:prstGeom prst="rect">
              <a:avLst/>
            </a:prstGeom>
          </p:spPr>
        </p:pic>
      </p:grpSp>
    </p:spTree>
    <p:extLst>
      <p:ext uri="{BB962C8B-B14F-4D97-AF65-F5344CB8AC3E}">
        <p14:creationId xmlns:p14="http://schemas.microsoft.com/office/powerpoint/2010/main" val="354054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c_Body">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60A45DE-137B-D8BD-F8C0-7D5DFB81CD04}"/>
              </a:ext>
            </a:extLst>
          </p:cNvPr>
          <p:cNvGrpSpPr/>
          <p:nvPr userDrawn="1"/>
        </p:nvGrpSpPr>
        <p:grpSpPr>
          <a:xfrm>
            <a:off x="0" y="0"/>
            <a:ext cx="12195176" cy="6858000"/>
            <a:chOff x="0" y="0"/>
            <a:chExt cx="18292764" cy="10287000"/>
          </a:xfrm>
        </p:grpSpPr>
        <p:pic>
          <p:nvPicPr>
            <p:cNvPr id="21" name="Slide 16:9 - 174" descr="preencoded.png">
              <a:extLst>
                <a:ext uri="{FF2B5EF4-FFF2-40B4-BE49-F238E27FC236}">
                  <a16:creationId xmlns:a16="http://schemas.microsoft.com/office/drawing/2014/main" id="{B52CCC2A-C7C9-E685-B542-D4628438AFF6}"/>
                </a:ext>
              </a:extLst>
            </p:cNvPr>
            <p:cNvPicPr>
              <a:picLocks noChangeAspect="1"/>
            </p:cNvPicPr>
            <p:nvPr userDrawn="1"/>
          </p:nvPicPr>
          <p:blipFill>
            <a:blip r:embed="rId2"/>
            <a:srcRect/>
            <a:stretch/>
          </p:blipFill>
          <p:spPr>
            <a:xfrm>
              <a:off x="0" y="0"/>
              <a:ext cx="18292764" cy="10287000"/>
            </a:xfrm>
            <a:prstGeom prst="rect">
              <a:avLst/>
            </a:prstGeom>
          </p:spPr>
        </p:pic>
        <p:pic>
          <p:nvPicPr>
            <p:cNvPr id="22" name="Rectangle 14" descr="preencoded.png">
              <a:extLst>
                <a:ext uri="{FF2B5EF4-FFF2-40B4-BE49-F238E27FC236}">
                  <a16:creationId xmlns:a16="http://schemas.microsoft.com/office/drawing/2014/main" id="{AA73848E-E783-8F58-3FE9-6BE9016BA00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666924" y="314326"/>
              <a:ext cx="16949389" cy="9648825"/>
            </a:xfrm>
            <a:prstGeom prst="rect">
              <a:avLst/>
            </a:prstGeom>
          </p:spPr>
        </p:pic>
        <p:pic>
          <p:nvPicPr>
            <p:cNvPr id="23" name="Rectangle 5" descr="preencoded.png">
              <a:extLst>
                <a:ext uri="{FF2B5EF4-FFF2-40B4-BE49-F238E27FC236}">
                  <a16:creationId xmlns:a16="http://schemas.microsoft.com/office/drawing/2014/main" id="{2B2F3D56-8079-97F8-670F-E52BAD381A1F}"/>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886056" y="561975"/>
              <a:ext cx="16730258" cy="1066800"/>
            </a:xfrm>
            <a:prstGeom prst="rect">
              <a:avLst/>
            </a:prstGeom>
          </p:spPr>
        </p:pic>
        <p:pic>
          <p:nvPicPr>
            <p:cNvPr id="5" name="10MS-White 12" descr="preencoded.png">
              <a:extLst>
                <a:ext uri="{FF2B5EF4-FFF2-40B4-BE49-F238E27FC236}">
                  <a16:creationId xmlns:a16="http://schemas.microsoft.com/office/drawing/2014/main" id="{CC2D5189-12CA-448B-7369-6044CA693172}"/>
                </a:ext>
              </a:extLst>
            </p:cNvPr>
            <p:cNvPicPr>
              <a:picLocks noChangeAspect="1"/>
            </p:cNvPicPr>
            <p:nvPr userDrawn="1"/>
          </p:nvPicPr>
          <p:blipFill>
            <a:blip r:embed="rId7"/>
            <a:srcRect/>
            <a:stretch/>
          </p:blipFill>
          <p:spPr>
            <a:xfrm>
              <a:off x="14961957" y="829721"/>
              <a:ext cx="1977905" cy="550101"/>
            </a:xfrm>
            <a:prstGeom prst="rect">
              <a:avLst/>
            </a:prstGeom>
          </p:spPr>
        </p:pic>
      </p:grpSp>
    </p:spTree>
    <p:extLst>
      <p:ext uri="{BB962C8B-B14F-4D97-AF65-F5344CB8AC3E}">
        <p14:creationId xmlns:p14="http://schemas.microsoft.com/office/powerpoint/2010/main" val="2198907679"/>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Sc_Body">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60A45DE-137B-D8BD-F8C0-7D5DFB81CD04}"/>
              </a:ext>
            </a:extLst>
          </p:cNvPr>
          <p:cNvGrpSpPr/>
          <p:nvPr userDrawn="1"/>
        </p:nvGrpSpPr>
        <p:grpSpPr>
          <a:xfrm>
            <a:off x="0" y="0"/>
            <a:ext cx="12195176" cy="6858000"/>
            <a:chOff x="0" y="0"/>
            <a:chExt cx="18292764" cy="10287000"/>
          </a:xfrm>
        </p:grpSpPr>
        <p:pic>
          <p:nvPicPr>
            <p:cNvPr id="21" name="Slide 16:9 - 174" descr="preencoded.png">
              <a:extLst>
                <a:ext uri="{FF2B5EF4-FFF2-40B4-BE49-F238E27FC236}">
                  <a16:creationId xmlns:a16="http://schemas.microsoft.com/office/drawing/2014/main" id="{B52CCC2A-C7C9-E685-B542-D4628438AFF6}"/>
                </a:ext>
              </a:extLst>
            </p:cNvPr>
            <p:cNvPicPr>
              <a:picLocks noChangeAspect="1"/>
            </p:cNvPicPr>
            <p:nvPr userDrawn="1"/>
          </p:nvPicPr>
          <p:blipFill>
            <a:blip r:embed="rId2"/>
            <a:srcRect/>
            <a:stretch/>
          </p:blipFill>
          <p:spPr>
            <a:xfrm>
              <a:off x="0" y="0"/>
              <a:ext cx="18292764" cy="10287000"/>
            </a:xfrm>
            <a:prstGeom prst="rect">
              <a:avLst/>
            </a:prstGeom>
          </p:spPr>
        </p:pic>
        <p:pic>
          <p:nvPicPr>
            <p:cNvPr id="22" name="Rectangle 14" descr="preencoded.png">
              <a:extLst>
                <a:ext uri="{FF2B5EF4-FFF2-40B4-BE49-F238E27FC236}">
                  <a16:creationId xmlns:a16="http://schemas.microsoft.com/office/drawing/2014/main" id="{AA73848E-E783-8F58-3FE9-6BE9016BA00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666924" y="314326"/>
              <a:ext cx="16949389" cy="9648825"/>
            </a:xfrm>
            <a:prstGeom prst="rect">
              <a:avLst/>
            </a:prstGeom>
          </p:spPr>
        </p:pic>
        <p:pic>
          <p:nvPicPr>
            <p:cNvPr id="23" name="Rectangle 5" descr="preencoded.png">
              <a:extLst>
                <a:ext uri="{FF2B5EF4-FFF2-40B4-BE49-F238E27FC236}">
                  <a16:creationId xmlns:a16="http://schemas.microsoft.com/office/drawing/2014/main" id="{2B2F3D56-8079-97F8-670F-E52BAD381A1F}"/>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886056" y="561975"/>
              <a:ext cx="11166208" cy="1066800"/>
            </a:xfrm>
            <a:prstGeom prst="rect">
              <a:avLst/>
            </a:prstGeom>
          </p:spPr>
        </p:pic>
        <p:pic>
          <p:nvPicPr>
            <p:cNvPr id="24" name="Ellipse 3" descr="preencoded.png">
              <a:extLst>
                <a:ext uri="{FF2B5EF4-FFF2-40B4-BE49-F238E27FC236}">
                  <a16:creationId xmlns:a16="http://schemas.microsoft.com/office/drawing/2014/main" id="{CD67D4B0-847A-0CAF-E2B7-FD92F02431B9}"/>
                </a:ext>
              </a:extLst>
            </p:cNvPr>
            <p:cNvPicPr>
              <a:picLocks noChangeAspect="1"/>
            </p:cNvPicPr>
            <p:nvPr userDrawn="1"/>
          </p:nvPicPr>
          <p:blipFill>
            <a:blip r:embed="rId7">
              <a:extLst>
                <a:ext uri="{96DAC541-7B7A-43D3-8B79-37D633B846F1}">
                  <asvg:svgBlip xmlns:asvg="http://schemas.microsoft.com/office/drawing/2016/SVG/main" r:embed="rId8"/>
                </a:ext>
              </a:extLst>
            </a:blip>
            <a:srcRect/>
            <a:stretch/>
          </p:blipFill>
          <p:spPr>
            <a:xfrm>
              <a:off x="1009913" y="685800"/>
              <a:ext cx="895583" cy="819150"/>
            </a:xfrm>
            <a:prstGeom prst="rect">
              <a:avLst/>
            </a:prstGeom>
          </p:spPr>
        </p:pic>
        <p:pic>
          <p:nvPicPr>
            <p:cNvPr id="26" name="8361822 1" descr="preencoded.png">
              <a:extLst>
                <a:ext uri="{FF2B5EF4-FFF2-40B4-BE49-F238E27FC236}">
                  <a16:creationId xmlns:a16="http://schemas.microsoft.com/office/drawing/2014/main" id="{CBA16E90-D94F-D12F-8D79-050B5049DC5E}"/>
                </a:ext>
              </a:extLst>
            </p:cNvPr>
            <p:cNvPicPr>
              <a:picLocks noChangeAspect="1"/>
            </p:cNvPicPr>
            <p:nvPr userDrawn="1"/>
          </p:nvPicPr>
          <p:blipFill>
            <a:blip r:embed="rId9"/>
            <a:srcRect/>
            <a:stretch/>
          </p:blipFill>
          <p:spPr>
            <a:xfrm>
              <a:off x="1067004" y="733425"/>
              <a:ext cx="789260" cy="789054"/>
            </a:xfrm>
            <a:prstGeom prst="rect">
              <a:avLst/>
            </a:prstGeom>
          </p:spPr>
        </p:pic>
        <p:pic>
          <p:nvPicPr>
            <p:cNvPr id="34" name="Rectangle 5" descr="preencoded.png">
              <a:extLst>
                <a:ext uri="{FF2B5EF4-FFF2-40B4-BE49-F238E27FC236}">
                  <a16:creationId xmlns:a16="http://schemas.microsoft.com/office/drawing/2014/main" id="{F071F7FA-4D83-3B81-27DC-56217F984F12}"/>
                </a:ext>
              </a:extLst>
            </p:cNvPr>
            <p:cNvPicPr>
              <a:picLocks noChangeAspect="1"/>
            </p:cNvPicPr>
            <p:nvPr userDrawn="1"/>
          </p:nvPicPr>
          <p:blipFill>
            <a:blip r:embed="rId10">
              <a:extLst>
                <a:ext uri="{96DAC541-7B7A-43D3-8B79-37D633B846F1}">
                  <asvg:svgBlip xmlns:asvg="http://schemas.microsoft.com/office/drawing/2016/SVG/main" r:embed="rId11"/>
                </a:ext>
              </a:extLst>
            </a:blip>
            <a:srcRect/>
            <a:stretch/>
          </p:blipFill>
          <p:spPr>
            <a:xfrm>
              <a:off x="12233286" y="561975"/>
              <a:ext cx="5068621" cy="1066800"/>
            </a:xfrm>
            <a:prstGeom prst="rect">
              <a:avLst/>
            </a:prstGeom>
          </p:spPr>
        </p:pic>
        <p:sp>
          <p:nvSpPr>
            <p:cNvPr id="42" name="TextBox 41">
              <a:extLst>
                <a:ext uri="{FF2B5EF4-FFF2-40B4-BE49-F238E27FC236}">
                  <a16:creationId xmlns:a16="http://schemas.microsoft.com/office/drawing/2014/main" id="{E06276CC-C9C9-3BF8-173D-3D602A6DA8F0}"/>
                </a:ext>
              </a:extLst>
            </p:cNvPr>
            <p:cNvSpPr txBox="1"/>
            <p:nvPr userDrawn="1"/>
          </p:nvSpPr>
          <p:spPr>
            <a:xfrm>
              <a:off x="1913355" y="766035"/>
              <a:ext cx="8027210" cy="692498"/>
            </a:xfrm>
            <a:prstGeom prst="rect">
              <a:avLst/>
            </a:prstGeom>
            <a:noFill/>
          </p:spPr>
          <p:txBody>
            <a:bodyPr wrap="square" rtlCol="0" anchor="ctr">
              <a:spAutoFit/>
            </a:bodyPr>
            <a:lstStyle/>
            <a:p>
              <a:pPr algn="l">
                <a:lnSpc>
                  <a:spcPct val="100000"/>
                </a:lnSpc>
              </a:pPr>
              <a:r>
                <a:rPr lang="as-IN" sz="2400" b="1">
                  <a:solidFill>
                    <a:srgbClr val="7AE677"/>
                  </a:solidFill>
                  <a:latin typeface="Hind Siliguri" panose="02000000000000000000" pitchFamily="2" charset="0"/>
                  <a:ea typeface="Inter Bold" pitchFamily="34" charset="-122"/>
                  <a:cs typeface="Hind Siliguri" panose="02000000000000000000" pitchFamily="2" charset="0"/>
                </a:rPr>
                <a:t>অধ্যায় </a:t>
              </a:r>
              <a:r>
                <a:rPr lang="en-US" sz="2400" b="1">
                  <a:solidFill>
                    <a:srgbClr val="7AE677"/>
                  </a:solidFill>
                  <a:latin typeface="Hind Siliguri" panose="02000000000000000000" pitchFamily="2" charset="0"/>
                  <a:ea typeface="Inter Bold" pitchFamily="34" charset="-122"/>
                  <a:cs typeface="Hind Siliguri" panose="02000000000000000000" pitchFamily="2" charset="0"/>
                </a:rPr>
                <a:t>৫:</a:t>
              </a:r>
              <a:r>
                <a:rPr lang="bn-IN" sz="2400" b="1">
                  <a:solidFill>
                    <a:srgbClr val="7AE677"/>
                  </a:solidFill>
                  <a:latin typeface="Hind Siliguri" panose="02000000000000000000" pitchFamily="2" charset="0"/>
                  <a:ea typeface="Inter Bold" pitchFamily="34" charset="-122"/>
                  <a:cs typeface="Hind Siliguri" panose="02000000000000000000" pitchFamily="2" charset="0"/>
                </a:rPr>
                <a:t> </a:t>
              </a:r>
              <a:r>
                <a:rPr lang="as-IN" sz="2400" b="1">
                  <a:solidFill>
                    <a:srgbClr val="FFFFFF"/>
                  </a:solidFill>
                  <a:latin typeface="Hind Siliguri" panose="02000000000000000000" pitchFamily="2" charset="0"/>
                  <a:ea typeface="Inter Bold" pitchFamily="34" charset="-122"/>
                  <a:cs typeface="Hind Siliguri" panose="02000000000000000000" pitchFamily="2" charset="0"/>
                </a:rPr>
                <a:t>সমন্বয় ও নি:সরণ</a:t>
              </a:r>
              <a:endParaRPr lang="as-IN" sz="2400" b="1" dirty="0">
                <a:solidFill>
                  <a:schemeClr val="bg1"/>
                </a:solidFill>
                <a:latin typeface="Hind Siliguri" panose="02000000000000000000" pitchFamily="2" charset="0"/>
                <a:ea typeface="Inter Bold" pitchFamily="34" charset="-122"/>
                <a:cs typeface="Hind Siliguri" panose="02000000000000000000" pitchFamily="2" charset="0"/>
              </a:endParaRPr>
            </a:p>
          </p:txBody>
        </p:sp>
        <p:grpSp>
          <p:nvGrpSpPr>
            <p:cNvPr id="2" name="Group 1">
              <a:extLst>
                <a:ext uri="{FF2B5EF4-FFF2-40B4-BE49-F238E27FC236}">
                  <a16:creationId xmlns:a16="http://schemas.microsoft.com/office/drawing/2014/main" id="{E6D7292D-0E2E-C87D-9A8E-81D3F39F1C62}"/>
                </a:ext>
              </a:extLst>
            </p:cNvPr>
            <p:cNvGrpSpPr/>
            <p:nvPr userDrawn="1"/>
          </p:nvGrpSpPr>
          <p:grpSpPr>
            <a:xfrm>
              <a:off x="12622983" y="768084"/>
              <a:ext cx="4316879" cy="766666"/>
              <a:chOff x="12619695" y="913226"/>
              <a:chExt cx="4315755" cy="766666"/>
            </a:xfrm>
          </p:grpSpPr>
          <p:pic>
            <p:nvPicPr>
              <p:cNvPr id="3" name="Picture 2">
                <a:extLst>
                  <a:ext uri="{FF2B5EF4-FFF2-40B4-BE49-F238E27FC236}">
                    <a16:creationId xmlns:a16="http://schemas.microsoft.com/office/drawing/2014/main" id="{5D1E0E63-0CFE-A2B3-D27C-0B9DD19A409F}"/>
                  </a:ext>
                </a:extLst>
              </p:cNvPr>
              <p:cNvPicPr>
                <a:picLocks noChangeAspect="1"/>
              </p:cNvPicPr>
              <p:nvPr userDrawn="1"/>
            </p:nvPicPr>
            <p:blipFill>
              <a:blip r:embed="rId12"/>
              <a:stretch>
                <a:fillRect/>
              </a:stretch>
            </p:blipFill>
            <p:spPr>
              <a:xfrm>
                <a:off x="13832845" y="1146493"/>
                <a:ext cx="1286591" cy="533399"/>
              </a:xfrm>
              <a:prstGeom prst="rect">
                <a:avLst/>
              </a:prstGeom>
            </p:spPr>
          </p:pic>
          <p:pic>
            <p:nvPicPr>
              <p:cNvPr id="4" name="Picture 3">
                <a:extLst>
                  <a:ext uri="{FF2B5EF4-FFF2-40B4-BE49-F238E27FC236}">
                    <a16:creationId xmlns:a16="http://schemas.microsoft.com/office/drawing/2014/main" id="{364606C2-3F9C-94C4-EBBD-9B00148B3B26}"/>
                  </a:ext>
                </a:extLst>
              </p:cNvPr>
              <p:cNvPicPr>
                <a:picLocks noChangeAspect="1"/>
              </p:cNvPicPr>
              <p:nvPr userDrawn="1"/>
            </p:nvPicPr>
            <p:blipFill>
              <a:blip r:embed="rId13"/>
              <a:stretch>
                <a:fillRect/>
              </a:stretch>
            </p:blipFill>
            <p:spPr>
              <a:xfrm>
                <a:off x="12619695" y="913226"/>
                <a:ext cx="1213150" cy="611738"/>
              </a:xfrm>
              <a:prstGeom prst="rect">
                <a:avLst/>
              </a:prstGeom>
            </p:spPr>
          </p:pic>
          <p:pic>
            <p:nvPicPr>
              <p:cNvPr id="5" name="10MS-White 12" descr="preencoded.png">
                <a:extLst>
                  <a:ext uri="{FF2B5EF4-FFF2-40B4-BE49-F238E27FC236}">
                    <a16:creationId xmlns:a16="http://schemas.microsoft.com/office/drawing/2014/main" id="{CC2D5189-12CA-448B-7369-6044CA693172}"/>
                  </a:ext>
                </a:extLst>
              </p:cNvPr>
              <p:cNvPicPr>
                <a:picLocks noChangeAspect="1"/>
              </p:cNvPicPr>
              <p:nvPr userDrawn="1"/>
            </p:nvPicPr>
            <p:blipFill>
              <a:blip r:embed="rId14"/>
              <a:srcRect/>
              <a:stretch/>
            </p:blipFill>
            <p:spPr>
              <a:xfrm>
                <a:off x="14958060" y="974863"/>
                <a:ext cx="1977390" cy="550101"/>
              </a:xfrm>
              <a:prstGeom prst="rect">
                <a:avLst/>
              </a:prstGeom>
            </p:spPr>
          </p:pic>
        </p:grpSp>
      </p:grpSp>
      <p:grpSp>
        <p:nvGrpSpPr>
          <p:cNvPr id="29" name="Group 28">
            <a:extLst>
              <a:ext uri="{FF2B5EF4-FFF2-40B4-BE49-F238E27FC236}">
                <a16:creationId xmlns:a16="http://schemas.microsoft.com/office/drawing/2014/main" id="{076282FE-82F2-C103-374B-91AE4282C387}"/>
              </a:ext>
            </a:extLst>
          </p:cNvPr>
          <p:cNvGrpSpPr/>
          <p:nvPr userDrawn="1"/>
        </p:nvGrpSpPr>
        <p:grpSpPr>
          <a:xfrm>
            <a:off x="4571087" y="1264347"/>
            <a:ext cx="6963517" cy="5219003"/>
            <a:chOff x="7815343" y="2409825"/>
            <a:chExt cx="9124950" cy="6838950"/>
          </a:xfrm>
        </p:grpSpPr>
        <p:pic>
          <p:nvPicPr>
            <p:cNvPr id="16" name="Group 34" descr="preencoded.png">
              <a:extLst>
                <a:ext uri="{FF2B5EF4-FFF2-40B4-BE49-F238E27FC236}">
                  <a16:creationId xmlns:a16="http://schemas.microsoft.com/office/drawing/2014/main" id="{4F1240AE-9E58-FC50-CE03-9FC7E25BF3E3}"/>
                </a:ext>
              </a:extLst>
            </p:cNvPr>
            <p:cNvPicPr>
              <a:picLocks noChangeAspect="1"/>
            </p:cNvPicPr>
            <p:nvPr userDrawn="1"/>
          </p:nvPicPr>
          <p:blipFill>
            <a:blip r:embed="rId15"/>
            <a:srcRect/>
            <a:stretch/>
          </p:blipFill>
          <p:spPr>
            <a:xfrm>
              <a:off x="7815343" y="2409825"/>
              <a:ext cx="9124950" cy="6838950"/>
            </a:xfrm>
            <a:prstGeom prst="rect">
              <a:avLst/>
            </a:prstGeom>
          </p:spPr>
        </p:pic>
        <p:sp>
          <p:nvSpPr>
            <p:cNvPr id="17" name="Md Kamrul Hasan Shovon">
              <a:extLst>
                <a:ext uri="{FF2B5EF4-FFF2-40B4-BE49-F238E27FC236}">
                  <a16:creationId xmlns:a16="http://schemas.microsoft.com/office/drawing/2014/main" id="{9EFE141D-7C2C-F599-A0AE-56EA4B240E3F}"/>
                </a:ext>
              </a:extLst>
            </p:cNvPr>
            <p:cNvSpPr/>
            <p:nvPr userDrawn="1"/>
          </p:nvSpPr>
          <p:spPr>
            <a:xfrm>
              <a:off x="8101093" y="3886200"/>
              <a:ext cx="5534025" cy="1162050"/>
            </a:xfrm>
            <a:prstGeom prst="rect">
              <a:avLst/>
            </a:prstGeom>
            <a:noFill/>
            <a:ln/>
          </p:spPr>
          <p:txBody>
            <a:bodyPr wrap="square" lIns="0" tIns="0" rIns="0" bIns="0" rtlCol="0" anchor="t"/>
            <a:lstStyle/>
            <a:p>
              <a:pPr marL="0" indent="0" algn="l">
                <a:lnSpc>
                  <a:spcPts val="4575"/>
                </a:lnSpc>
                <a:buNone/>
              </a:pPr>
              <a:r>
                <a:rPr lang="en-US" sz="4800" b="1" dirty="0">
                  <a:solidFill>
                    <a:srgbClr val="FFFFFF"/>
                  </a:solidFill>
                  <a:latin typeface="Inter Bold" pitchFamily="34" charset="0"/>
                  <a:ea typeface="Inter Bold" pitchFamily="34" charset="-122"/>
                  <a:cs typeface="Inter Bold" pitchFamily="34" charset="-120"/>
                </a:rPr>
                <a:t>Jaki Ahmed</a:t>
              </a:r>
              <a:endParaRPr lang="en-US" sz="4800" dirty="0"/>
            </a:p>
          </p:txBody>
        </p:sp>
        <p:sp>
          <p:nvSpPr>
            <p:cNvPr id="18" name="Academical Background">
              <a:extLst>
                <a:ext uri="{FF2B5EF4-FFF2-40B4-BE49-F238E27FC236}">
                  <a16:creationId xmlns:a16="http://schemas.microsoft.com/office/drawing/2014/main" id="{CE5CD405-E2E2-2048-23AA-FBDCD196BDFE}"/>
                </a:ext>
              </a:extLst>
            </p:cNvPr>
            <p:cNvSpPr/>
            <p:nvPr userDrawn="1"/>
          </p:nvSpPr>
          <p:spPr>
            <a:xfrm>
              <a:off x="8101093" y="5905500"/>
              <a:ext cx="3714750" cy="342900"/>
            </a:xfrm>
            <a:prstGeom prst="rect">
              <a:avLst/>
            </a:prstGeom>
            <a:noFill/>
            <a:ln/>
          </p:spPr>
          <p:txBody>
            <a:bodyPr wrap="square" lIns="0" tIns="0" rIns="0" bIns="0" rtlCol="0" anchor="t"/>
            <a:lstStyle/>
            <a:p>
              <a:pPr marL="0" indent="0" algn="l">
                <a:lnSpc>
                  <a:spcPts val="2700"/>
                </a:lnSpc>
                <a:buNone/>
              </a:pPr>
              <a:r>
                <a:rPr lang="en-US" sz="2400" b="1" dirty="0">
                  <a:solidFill>
                    <a:srgbClr val="FFFFFF"/>
                  </a:solidFill>
                  <a:latin typeface="Inter Bold" pitchFamily="34" charset="0"/>
                  <a:ea typeface="Inter Bold" pitchFamily="34" charset="-122"/>
                  <a:cs typeface="Inter Bold" pitchFamily="34" charset="-120"/>
                </a:rPr>
                <a:t>Academic Background</a:t>
              </a:r>
              <a:r>
                <a:rPr lang="en-US" sz="1600" b="1" dirty="0">
                  <a:solidFill>
                    <a:srgbClr val="FFFFFF"/>
                  </a:solidFill>
                  <a:latin typeface="Inter Bold" pitchFamily="34" charset="0"/>
                  <a:ea typeface="Inter Bold" pitchFamily="34" charset="-122"/>
                  <a:cs typeface="Inter Bold" pitchFamily="34" charset="-120"/>
                </a:rPr>
                <a:t> </a:t>
              </a:r>
              <a:endParaRPr lang="en-US" sz="2400" dirty="0"/>
            </a:p>
          </p:txBody>
        </p:sp>
        <p:sp>
          <p:nvSpPr>
            <p:cNvPr id="19" name="Teachers Information">
              <a:extLst>
                <a:ext uri="{FF2B5EF4-FFF2-40B4-BE49-F238E27FC236}">
                  <a16:creationId xmlns:a16="http://schemas.microsoft.com/office/drawing/2014/main" id="{A409B542-B889-28E6-04AC-C6BB37BE082E}"/>
                </a:ext>
              </a:extLst>
            </p:cNvPr>
            <p:cNvSpPr/>
            <p:nvPr userDrawn="1"/>
          </p:nvSpPr>
          <p:spPr>
            <a:xfrm>
              <a:off x="9291718" y="2819400"/>
              <a:ext cx="3714750" cy="342900"/>
            </a:xfrm>
            <a:prstGeom prst="rect">
              <a:avLst/>
            </a:prstGeom>
            <a:noFill/>
            <a:ln/>
          </p:spPr>
          <p:txBody>
            <a:bodyPr wrap="square" lIns="0" tIns="0" rIns="0" bIns="0" rtlCol="0" anchor="t"/>
            <a:lstStyle/>
            <a:p>
              <a:pPr marL="0" indent="0" algn="l">
                <a:lnSpc>
                  <a:spcPts val="2700"/>
                </a:lnSpc>
                <a:buNone/>
              </a:pPr>
              <a:r>
                <a:rPr lang="en-US" sz="1800" b="1" dirty="0">
                  <a:solidFill>
                    <a:srgbClr val="FFFFFF"/>
                  </a:solidFill>
                  <a:latin typeface="Inter Bold" pitchFamily="34" charset="0"/>
                  <a:ea typeface="Inter Bold" pitchFamily="34" charset="-122"/>
                  <a:cs typeface="Inter Bold" pitchFamily="34" charset="-120"/>
                </a:rPr>
                <a:t>Teacher’s Information</a:t>
              </a:r>
              <a:endParaRPr lang="en-US" sz="1800" dirty="0"/>
            </a:p>
          </p:txBody>
        </p:sp>
        <p:sp>
          <p:nvSpPr>
            <p:cNvPr id="20" name="College">
              <a:extLst>
                <a:ext uri="{FF2B5EF4-FFF2-40B4-BE49-F238E27FC236}">
                  <a16:creationId xmlns:a16="http://schemas.microsoft.com/office/drawing/2014/main" id="{DCC7F178-47A5-D844-C401-5EC8E67AA4BE}"/>
                </a:ext>
              </a:extLst>
            </p:cNvPr>
            <p:cNvSpPr/>
            <p:nvPr userDrawn="1"/>
          </p:nvSpPr>
          <p:spPr>
            <a:xfrm>
              <a:off x="8101093" y="7972425"/>
              <a:ext cx="3714750" cy="276225"/>
            </a:xfrm>
            <a:prstGeom prst="rect">
              <a:avLst/>
            </a:prstGeom>
            <a:noFill/>
            <a:ln/>
          </p:spPr>
          <p:txBody>
            <a:bodyPr wrap="square" lIns="0" tIns="0" rIns="0" bIns="0" rtlCol="0" anchor="t"/>
            <a:lstStyle/>
            <a:p>
              <a:pPr marL="0" indent="0" algn="l">
                <a:lnSpc>
                  <a:spcPts val="2175"/>
                </a:lnSpc>
                <a:buNone/>
              </a:pPr>
              <a:r>
                <a:rPr lang="en-US" sz="1800" b="1" dirty="0">
                  <a:solidFill>
                    <a:srgbClr val="FFFFFF"/>
                  </a:solidFill>
                  <a:latin typeface="Inter Bold" pitchFamily="34" charset="0"/>
                  <a:ea typeface="Inter Bold" pitchFamily="34" charset="-122"/>
                  <a:cs typeface="Inter Bold" pitchFamily="34" charset="-120"/>
                </a:rPr>
                <a:t>College : </a:t>
              </a:r>
              <a:r>
                <a:rPr lang="en-US" sz="1800" b="1" dirty="0" err="1">
                  <a:solidFill>
                    <a:srgbClr val="FFFFFF"/>
                  </a:solidFill>
                  <a:latin typeface="Inter Bold" pitchFamily="34" charset="0"/>
                  <a:ea typeface="Inter Bold" pitchFamily="34" charset="-122"/>
                  <a:cs typeface="Inter Bold" pitchFamily="34" charset="-120"/>
                </a:rPr>
                <a:t>Jashore</a:t>
              </a:r>
              <a:r>
                <a:rPr lang="en-US" sz="1800" b="1" dirty="0">
                  <a:solidFill>
                    <a:srgbClr val="FFFFFF"/>
                  </a:solidFill>
                  <a:latin typeface="Inter Bold" pitchFamily="34" charset="0"/>
                  <a:ea typeface="Inter Bold" pitchFamily="34" charset="-122"/>
                  <a:cs typeface="Inter Bold" pitchFamily="34" charset="-120"/>
                </a:rPr>
                <a:t> City College</a:t>
              </a:r>
              <a:endParaRPr lang="en-US" sz="1800" dirty="0"/>
            </a:p>
          </p:txBody>
        </p:sp>
        <p:sp>
          <p:nvSpPr>
            <p:cNvPr id="25" name="University">
              <a:extLst>
                <a:ext uri="{FF2B5EF4-FFF2-40B4-BE49-F238E27FC236}">
                  <a16:creationId xmlns:a16="http://schemas.microsoft.com/office/drawing/2014/main" id="{0824DF5E-153F-4019-ADD7-C14281A50505}"/>
                </a:ext>
              </a:extLst>
            </p:cNvPr>
            <p:cNvSpPr/>
            <p:nvPr userDrawn="1"/>
          </p:nvSpPr>
          <p:spPr>
            <a:xfrm>
              <a:off x="8101092" y="7343775"/>
              <a:ext cx="7558007" cy="276225"/>
            </a:xfrm>
            <a:prstGeom prst="rect">
              <a:avLst/>
            </a:prstGeom>
            <a:noFill/>
            <a:ln/>
          </p:spPr>
          <p:txBody>
            <a:bodyPr wrap="square" lIns="0" tIns="0" rIns="0" bIns="0" rtlCol="0" anchor="t"/>
            <a:lstStyle/>
            <a:p>
              <a:pPr marL="0" indent="0" algn="l">
                <a:lnSpc>
                  <a:spcPts val="2175"/>
                </a:lnSpc>
                <a:buNone/>
              </a:pPr>
              <a:r>
                <a:rPr lang="en-US" sz="1800" b="1" dirty="0">
                  <a:solidFill>
                    <a:srgbClr val="FFFFFF"/>
                  </a:solidFill>
                  <a:latin typeface="Inter Bold" pitchFamily="34" charset="0"/>
                  <a:ea typeface="Inter Bold" pitchFamily="34" charset="-122"/>
                  <a:cs typeface="Inter Bold" pitchFamily="34" charset="-120"/>
                </a:rPr>
                <a:t>University : BRAC University</a:t>
              </a:r>
              <a:endParaRPr lang="en-US" sz="1800" dirty="0"/>
            </a:p>
          </p:txBody>
        </p:sp>
        <p:sp>
          <p:nvSpPr>
            <p:cNvPr id="27" name="Experience">
              <a:extLst>
                <a:ext uri="{FF2B5EF4-FFF2-40B4-BE49-F238E27FC236}">
                  <a16:creationId xmlns:a16="http://schemas.microsoft.com/office/drawing/2014/main" id="{B204A161-3147-0DAF-119D-9C4783F0A8FF}"/>
                </a:ext>
              </a:extLst>
            </p:cNvPr>
            <p:cNvSpPr/>
            <p:nvPr userDrawn="1"/>
          </p:nvSpPr>
          <p:spPr>
            <a:xfrm>
              <a:off x="8101093" y="6648450"/>
              <a:ext cx="3714750" cy="276225"/>
            </a:xfrm>
            <a:prstGeom prst="rect">
              <a:avLst/>
            </a:prstGeom>
            <a:noFill/>
            <a:ln/>
          </p:spPr>
          <p:txBody>
            <a:bodyPr wrap="square" lIns="0" tIns="0" rIns="0" bIns="0" rtlCol="0" anchor="t"/>
            <a:lstStyle/>
            <a:p>
              <a:pPr marL="0" indent="0" algn="l">
                <a:lnSpc>
                  <a:spcPts val="2175"/>
                </a:lnSpc>
                <a:buNone/>
              </a:pPr>
              <a:r>
                <a:rPr lang="en-US" sz="1800" b="1" dirty="0">
                  <a:solidFill>
                    <a:srgbClr val="FFFFFF"/>
                  </a:solidFill>
                  <a:latin typeface="Inter Bold" pitchFamily="34" charset="0"/>
                  <a:ea typeface="Inter Bold" pitchFamily="34" charset="-122"/>
                  <a:cs typeface="Inter Bold" pitchFamily="34" charset="-120"/>
                </a:rPr>
                <a:t>Experience : 6 years + </a:t>
              </a:r>
              <a:endParaRPr lang="en-US" sz="1800" dirty="0"/>
            </a:p>
          </p:txBody>
        </p:sp>
        <p:pic>
          <p:nvPicPr>
            <p:cNvPr id="28" name="Picture 27">
              <a:extLst>
                <a:ext uri="{FF2B5EF4-FFF2-40B4-BE49-F238E27FC236}">
                  <a16:creationId xmlns:a16="http://schemas.microsoft.com/office/drawing/2014/main" id="{03847F77-CA2B-A79B-3FF4-2847C19A13A6}"/>
                </a:ext>
              </a:extLst>
            </p:cNvPr>
            <p:cNvPicPr>
              <a:picLocks noChangeAspect="1"/>
            </p:cNvPicPr>
            <p:nvPr userDrawn="1"/>
          </p:nvPicPr>
          <p:blipFill>
            <a:blip r:embed="rId16"/>
            <a:stretch>
              <a:fillRect/>
            </a:stretch>
          </p:blipFill>
          <p:spPr>
            <a:xfrm>
              <a:off x="13842327" y="2624025"/>
              <a:ext cx="2538332" cy="2521724"/>
            </a:xfrm>
            <a:prstGeom prst="rect">
              <a:avLst/>
            </a:prstGeom>
          </p:spPr>
        </p:pic>
      </p:grpSp>
    </p:spTree>
    <p:extLst>
      <p:ext uri="{BB962C8B-B14F-4D97-AF65-F5344CB8AC3E}">
        <p14:creationId xmlns:p14="http://schemas.microsoft.com/office/powerpoint/2010/main" val="2711095333"/>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Sc_Body">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60A45DE-137B-D8BD-F8C0-7D5DFB81CD04}"/>
              </a:ext>
            </a:extLst>
          </p:cNvPr>
          <p:cNvGrpSpPr/>
          <p:nvPr userDrawn="1"/>
        </p:nvGrpSpPr>
        <p:grpSpPr>
          <a:xfrm>
            <a:off x="0" y="0"/>
            <a:ext cx="12195176" cy="6858000"/>
            <a:chOff x="0" y="0"/>
            <a:chExt cx="18292764" cy="10287000"/>
          </a:xfrm>
        </p:grpSpPr>
        <p:pic>
          <p:nvPicPr>
            <p:cNvPr id="21" name="Slide 16:9 - 174" descr="preencoded.png">
              <a:extLst>
                <a:ext uri="{FF2B5EF4-FFF2-40B4-BE49-F238E27FC236}">
                  <a16:creationId xmlns:a16="http://schemas.microsoft.com/office/drawing/2014/main" id="{B52CCC2A-C7C9-E685-B542-D4628438AFF6}"/>
                </a:ext>
              </a:extLst>
            </p:cNvPr>
            <p:cNvPicPr>
              <a:picLocks noChangeAspect="1"/>
            </p:cNvPicPr>
            <p:nvPr userDrawn="1"/>
          </p:nvPicPr>
          <p:blipFill>
            <a:blip r:embed="rId2"/>
            <a:srcRect/>
            <a:stretch/>
          </p:blipFill>
          <p:spPr>
            <a:xfrm>
              <a:off x="0" y="0"/>
              <a:ext cx="18292764" cy="10287000"/>
            </a:xfrm>
            <a:prstGeom prst="rect">
              <a:avLst/>
            </a:prstGeom>
          </p:spPr>
        </p:pic>
        <p:pic>
          <p:nvPicPr>
            <p:cNvPr id="22" name="Rectangle 14" descr="preencoded.png">
              <a:extLst>
                <a:ext uri="{FF2B5EF4-FFF2-40B4-BE49-F238E27FC236}">
                  <a16:creationId xmlns:a16="http://schemas.microsoft.com/office/drawing/2014/main" id="{AA73848E-E783-8F58-3FE9-6BE9016BA00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666924" y="314326"/>
              <a:ext cx="16949389" cy="9648825"/>
            </a:xfrm>
            <a:prstGeom prst="rect">
              <a:avLst/>
            </a:prstGeom>
          </p:spPr>
        </p:pic>
        <p:pic>
          <p:nvPicPr>
            <p:cNvPr id="23" name="Rectangle 5" descr="preencoded.png">
              <a:extLst>
                <a:ext uri="{FF2B5EF4-FFF2-40B4-BE49-F238E27FC236}">
                  <a16:creationId xmlns:a16="http://schemas.microsoft.com/office/drawing/2014/main" id="{2B2F3D56-8079-97F8-670F-E52BAD381A1F}"/>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886056" y="561975"/>
              <a:ext cx="11166208" cy="1066800"/>
            </a:xfrm>
            <a:prstGeom prst="rect">
              <a:avLst/>
            </a:prstGeom>
          </p:spPr>
        </p:pic>
        <p:pic>
          <p:nvPicPr>
            <p:cNvPr id="24" name="Ellipse 3" descr="preencoded.png">
              <a:extLst>
                <a:ext uri="{FF2B5EF4-FFF2-40B4-BE49-F238E27FC236}">
                  <a16:creationId xmlns:a16="http://schemas.microsoft.com/office/drawing/2014/main" id="{CD67D4B0-847A-0CAF-E2B7-FD92F02431B9}"/>
                </a:ext>
              </a:extLst>
            </p:cNvPr>
            <p:cNvPicPr>
              <a:picLocks noChangeAspect="1"/>
            </p:cNvPicPr>
            <p:nvPr userDrawn="1"/>
          </p:nvPicPr>
          <p:blipFill>
            <a:blip r:embed="rId7">
              <a:extLst>
                <a:ext uri="{96DAC541-7B7A-43D3-8B79-37D633B846F1}">
                  <asvg:svgBlip xmlns:asvg="http://schemas.microsoft.com/office/drawing/2016/SVG/main" r:embed="rId8"/>
                </a:ext>
              </a:extLst>
            </a:blip>
            <a:srcRect/>
            <a:stretch/>
          </p:blipFill>
          <p:spPr>
            <a:xfrm>
              <a:off x="1009913" y="685800"/>
              <a:ext cx="895583" cy="819150"/>
            </a:xfrm>
            <a:prstGeom prst="rect">
              <a:avLst/>
            </a:prstGeom>
          </p:spPr>
        </p:pic>
        <p:pic>
          <p:nvPicPr>
            <p:cNvPr id="26" name="8361822 1" descr="preencoded.png">
              <a:extLst>
                <a:ext uri="{FF2B5EF4-FFF2-40B4-BE49-F238E27FC236}">
                  <a16:creationId xmlns:a16="http://schemas.microsoft.com/office/drawing/2014/main" id="{CBA16E90-D94F-D12F-8D79-050B5049DC5E}"/>
                </a:ext>
              </a:extLst>
            </p:cNvPr>
            <p:cNvPicPr>
              <a:picLocks noChangeAspect="1"/>
            </p:cNvPicPr>
            <p:nvPr userDrawn="1"/>
          </p:nvPicPr>
          <p:blipFill>
            <a:blip r:embed="rId9"/>
            <a:srcRect/>
            <a:stretch/>
          </p:blipFill>
          <p:spPr>
            <a:xfrm>
              <a:off x="1067004" y="733425"/>
              <a:ext cx="789260" cy="789054"/>
            </a:xfrm>
            <a:prstGeom prst="rect">
              <a:avLst/>
            </a:prstGeom>
          </p:spPr>
        </p:pic>
        <p:pic>
          <p:nvPicPr>
            <p:cNvPr id="34" name="Rectangle 5" descr="preencoded.png">
              <a:extLst>
                <a:ext uri="{FF2B5EF4-FFF2-40B4-BE49-F238E27FC236}">
                  <a16:creationId xmlns:a16="http://schemas.microsoft.com/office/drawing/2014/main" id="{F071F7FA-4D83-3B81-27DC-56217F984F12}"/>
                </a:ext>
              </a:extLst>
            </p:cNvPr>
            <p:cNvPicPr>
              <a:picLocks noChangeAspect="1"/>
            </p:cNvPicPr>
            <p:nvPr userDrawn="1"/>
          </p:nvPicPr>
          <p:blipFill>
            <a:blip r:embed="rId10">
              <a:extLst>
                <a:ext uri="{96DAC541-7B7A-43D3-8B79-37D633B846F1}">
                  <asvg:svgBlip xmlns:asvg="http://schemas.microsoft.com/office/drawing/2016/SVG/main" r:embed="rId11"/>
                </a:ext>
              </a:extLst>
            </a:blip>
            <a:srcRect/>
            <a:stretch/>
          </p:blipFill>
          <p:spPr>
            <a:xfrm>
              <a:off x="12233286" y="561975"/>
              <a:ext cx="5068621" cy="1066800"/>
            </a:xfrm>
            <a:prstGeom prst="rect">
              <a:avLst/>
            </a:prstGeom>
          </p:spPr>
        </p:pic>
        <p:sp>
          <p:nvSpPr>
            <p:cNvPr id="42" name="TextBox 41">
              <a:extLst>
                <a:ext uri="{FF2B5EF4-FFF2-40B4-BE49-F238E27FC236}">
                  <a16:creationId xmlns:a16="http://schemas.microsoft.com/office/drawing/2014/main" id="{E06276CC-C9C9-3BF8-173D-3D602A6DA8F0}"/>
                </a:ext>
              </a:extLst>
            </p:cNvPr>
            <p:cNvSpPr txBox="1"/>
            <p:nvPr userDrawn="1"/>
          </p:nvSpPr>
          <p:spPr>
            <a:xfrm>
              <a:off x="1913355" y="766035"/>
              <a:ext cx="8027210" cy="692498"/>
            </a:xfrm>
            <a:prstGeom prst="rect">
              <a:avLst/>
            </a:prstGeom>
            <a:noFill/>
          </p:spPr>
          <p:txBody>
            <a:bodyPr wrap="square" rtlCol="0" anchor="ctr">
              <a:spAutoFit/>
            </a:bodyPr>
            <a:lstStyle/>
            <a:p>
              <a:pPr algn="l">
                <a:lnSpc>
                  <a:spcPct val="100000"/>
                </a:lnSpc>
              </a:pPr>
              <a:r>
                <a:rPr lang="as-IN" sz="2400" b="1">
                  <a:solidFill>
                    <a:srgbClr val="7AE677"/>
                  </a:solidFill>
                  <a:latin typeface="Hind Siliguri" panose="02000000000000000000" pitchFamily="2" charset="0"/>
                  <a:ea typeface="Inter Bold" pitchFamily="34" charset="-122"/>
                  <a:cs typeface="Hind Siliguri" panose="02000000000000000000" pitchFamily="2" charset="0"/>
                </a:rPr>
                <a:t>অধ্যায় </a:t>
              </a:r>
              <a:r>
                <a:rPr lang="en-US" sz="2400" b="1">
                  <a:solidFill>
                    <a:srgbClr val="7AE677"/>
                  </a:solidFill>
                  <a:latin typeface="Hind Siliguri" panose="02000000000000000000" pitchFamily="2" charset="0"/>
                  <a:ea typeface="Inter Bold" pitchFamily="34" charset="-122"/>
                  <a:cs typeface="Hind Siliguri" panose="02000000000000000000" pitchFamily="2" charset="0"/>
                </a:rPr>
                <a:t>৫:</a:t>
              </a:r>
              <a:r>
                <a:rPr lang="bn-IN" sz="2400" b="1">
                  <a:solidFill>
                    <a:srgbClr val="7AE677"/>
                  </a:solidFill>
                  <a:latin typeface="Hind Siliguri" panose="02000000000000000000" pitchFamily="2" charset="0"/>
                  <a:ea typeface="Inter Bold" pitchFamily="34" charset="-122"/>
                  <a:cs typeface="Hind Siliguri" panose="02000000000000000000" pitchFamily="2" charset="0"/>
                </a:rPr>
                <a:t> </a:t>
              </a:r>
              <a:r>
                <a:rPr lang="as-IN" sz="2400" b="1">
                  <a:solidFill>
                    <a:srgbClr val="FFFFFF"/>
                  </a:solidFill>
                  <a:latin typeface="Hind Siliguri" panose="02000000000000000000" pitchFamily="2" charset="0"/>
                  <a:ea typeface="Inter Bold" pitchFamily="34" charset="-122"/>
                  <a:cs typeface="Hind Siliguri" panose="02000000000000000000" pitchFamily="2" charset="0"/>
                </a:rPr>
                <a:t>সমন্বয় ও নি:সরণ</a:t>
              </a:r>
              <a:endParaRPr lang="as-IN" sz="2400" b="1" dirty="0">
                <a:solidFill>
                  <a:schemeClr val="bg1"/>
                </a:solidFill>
                <a:latin typeface="Hind Siliguri" panose="02000000000000000000" pitchFamily="2" charset="0"/>
                <a:ea typeface="Inter Bold" pitchFamily="34" charset="-122"/>
                <a:cs typeface="Hind Siliguri" panose="02000000000000000000" pitchFamily="2" charset="0"/>
              </a:endParaRPr>
            </a:p>
          </p:txBody>
        </p:sp>
        <p:grpSp>
          <p:nvGrpSpPr>
            <p:cNvPr id="2" name="Group 1">
              <a:extLst>
                <a:ext uri="{FF2B5EF4-FFF2-40B4-BE49-F238E27FC236}">
                  <a16:creationId xmlns:a16="http://schemas.microsoft.com/office/drawing/2014/main" id="{E6D7292D-0E2E-C87D-9A8E-81D3F39F1C62}"/>
                </a:ext>
              </a:extLst>
            </p:cNvPr>
            <p:cNvGrpSpPr/>
            <p:nvPr userDrawn="1"/>
          </p:nvGrpSpPr>
          <p:grpSpPr>
            <a:xfrm>
              <a:off x="12622983" y="768084"/>
              <a:ext cx="4316879" cy="766666"/>
              <a:chOff x="12619695" y="913226"/>
              <a:chExt cx="4315755" cy="766666"/>
            </a:xfrm>
          </p:grpSpPr>
          <p:pic>
            <p:nvPicPr>
              <p:cNvPr id="3" name="Picture 2">
                <a:extLst>
                  <a:ext uri="{FF2B5EF4-FFF2-40B4-BE49-F238E27FC236}">
                    <a16:creationId xmlns:a16="http://schemas.microsoft.com/office/drawing/2014/main" id="{5D1E0E63-0CFE-A2B3-D27C-0B9DD19A409F}"/>
                  </a:ext>
                </a:extLst>
              </p:cNvPr>
              <p:cNvPicPr>
                <a:picLocks noChangeAspect="1"/>
              </p:cNvPicPr>
              <p:nvPr userDrawn="1"/>
            </p:nvPicPr>
            <p:blipFill>
              <a:blip r:embed="rId12"/>
              <a:stretch>
                <a:fillRect/>
              </a:stretch>
            </p:blipFill>
            <p:spPr>
              <a:xfrm>
                <a:off x="13832845" y="1146493"/>
                <a:ext cx="1286591" cy="533399"/>
              </a:xfrm>
              <a:prstGeom prst="rect">
                <a:avLst/>
              </a:prstGeom>
            </p:spPr>
          </p:pic>
          <p:pic>
            <p:nvPicPr>
              <p:cNvPr id="4" name="Picture 3">
                <a:extLst>
                  <a:ext uri="{FF2B5EF4-FFF2-40B4-BE49-F238E27FC236}">
                    <a16:creationId xmlns:a16="http://schemas.microsoft.com/office/drawing/2014/main" id="{364606C2-3F9C-94C4-EBBD-9B00148B3B26}"/>
                  </a:ext>
                </a:extLst>
              </p:cNvPr>
              <p:cNvPicPr>
                <a:picLocks noChangeAspect="1"/>
              </p:cNvPicPr>
              <p:nvPr userDrawn="1"/>
            </p:nvPicPr>
            <p:blipFill>
              <a:blip r:embed="rId13"/>
              <a:stretch>
                <a:fillRect/>
              </a:stretch>
            </p:blipFill>
            <p:spPr>
              <a:xfrm>
                <a:off x="12619695" y="913226"/>
                <a:ext cx="1213150" cy="611738"/>
              </a:xfrm>
              <a:prstGeom prst="rect">
                <a:avLst/>
              </a:prstGeom>
            </p:spPr>
          </p:pic>
          <p:pic>
            <p:nvPicPr>
              <p:cNvPr id="5" name="10MS-White 12" descr="preencoded.png">
                <a:extLst>
                  <a:ext uri="{FF2B5EF4-FFF2-40B4-BE49-F238E27FC236}">
                    <a16:creationId xmlns:a16="http://schemas.microsoft.com/office/drawing/2014/main" id="{CC2D5189-12CA-448B-7369-6044CA693172}"/>
                  </a:ext>
                </a:extLst>
              </p:cNvPr>
              <p:cNvPicPr>
                <a:picLocks noChangeAspect="1"/>
              </p:cNvPicPr>
              <p:nvPr userDrawn="1"/>
            </p:nvPicPr>
            <p:blipFill>
              <a:blip r:embed="rId14"/>
              <a:srcRect/>
              <a:stretch/>
            </p:blipFill>
            <p:spPr>
              <a:xfrm>
                <a:off x="14958060" y="974863"/>
                <a:ext cx="1977390" cy="550101"/>
              </a:xfrm>
              <a:prstGeom prst="rect">
                <a:avLst/>
              </a:prstGeom>
            </p:spPr>
          </p:pic>
        </p:grpSp>
      </p:grpSp>
    </p:spTree>
    <p:extLst>
      <p:ext uri="{BB962C8B-B14F-4D97-AF65-F5344CB8AC3E}">
        <p14:creationId xmlns:p14="http://schemas.microsoft.com/office/powerpoint/2010/main" val="9828094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D6D57E6-0E7C-7A0A-D302-B3B40F5F961E}"/>
              </a:ext>
            </a:extLst>
          </p:cNvPr>
          <p:cNvGrpSpPr/>
          <p:nvPr userDrawn="1"/>
        </p:nvGrpSpPr>
        <p:grpSpPr>
          <a:xfrm>
            <a:off x="0" y="0"/>
            <a:ext cx="12192000" cy="6858000"/>
            <a:chOff x="0" y="0"/>
            <a:chExt cx="18288000" cy="10287000"/>
          </a:xfrm>
        </p:grpSpPr>
        <p:pic>
          <p:nvPicPr>
            <p:cNvPr id="7" name="Slide 16:9 - 174" descr="preencoded.png">
              <a:extLst>
                <a:ext uri="{FF2B5EF4-FFF2-40B4-BE49-F238E27FC236}">
                  <a16:creationId xmlns:a16="http://schemas.microsoft.com/office/drawing/2014/main" id="{944C2763-BB2E-83EB-CB97-F57F277A7F62}"/>
                </a:ext>
              </a:extLst>
            </p:cNvPr>
            <p:cNvPicPr>
              <a:picLocks noChangeAspect="1"/>
            </p:cNvPicPr>
            <p:nvPr/>
          </p:nvPicPr>
          <p:blipFill>
            <a:blip r:embed="rId2"/>
            <a:srcRect/>
            <a:stretch/>
          </p:blipFill>
          <p:spPr>
            <a:xfrm>
              <a:off x="0" y="0"/>
              <a:ext cx="18288000" cy="10287000"/>
            </a:xfrm>
            <a:prstGeom prst="rect">
              <a:avLst/>
            </a:prstGeom>
          </p:spPr>
        </p:pic>
        <p:pic>
          <p:nvPicPr>
            <p:cNvPr id="8" name="Rectangle 14" descr="preencoded.png">
              <a:extLst>
                <a:ext uri="{FF2B5EF4-FFF2-40B4-BE49-F238E27FC236}">
                  <a16:creationId xmlns:a16="http://schemas.microsoft.com/office/drawing/2014/main" id="{B17A6C33-C5EF-BE74-6890-73932CDE9E5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66750" y="314325"/>
              <a:ext cx="16944975" cy="9648825"/>
            </a:xfrm>
            <a:prstGeom prst="rect">
              <a:avLst/>
            </a:prstGeom>
          </p:spPr>
        </p:pic>
        <p:pic>
          <p:nvPicPr>
            <p:cNvPr id="9" name="Rectangle 5" descr="preencoded.png">
              <a:extLst>
                <a:ext uri="{FF2B5EF4-FFF2-40B4-BE49-F238E27FC236}">
                  <a16:creationId xmlns:a16="http://schemas.microsoft.com/office/drawing/2014/main" id="{F7DBECC2-D6BD-7F00-31AF-59064D4C008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85825" y="561975"/>
              <a:ext cx="11163300" cy="1066800"/>
            </a:xfrm>
            <a:prstGeom prst="rect">
              <a:avLst/>
            </a:prstGeom>
          </p:spPr>
        </p:pic>
        <p:pic>
          <p:nvPicPr>
            <p:cNvPr id="10" name="Ellipse 3" descr="preencoded.png">
              <a:extLst>
                <a:ext uri="{FF2B5EF4-FFF2-40B4-BE49-F238E27FC236}">
                  <a16:creationId xmlns:a16="http://schemas.microsoft.com/office/drawing/2014/main" id="{ABF1B669-7441-CC94-BDAB-291A30F6886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009650" y="685800"/>
              <a:ext cx="895350" cy="819150"/>
            </a:xfrm>
            <a:prstGeom prst="rect">
              <a:avLst/>
            </a:prstGeom>
          </p:spPr>
        </p:pic>
        <p:pic>
          <p:nvPicPr>
            <p:cNvPr id="11" name="8361822 1" descr="preencoded.png">
              <a:extLst>
                <a:ext uri="{FF2B5EF4-FFF2-40B4-BE49-F238E27FC236}">
                  <a16:creationId xmlns:a16="http://schemas.microsoft.com/office/drawing/2014/main" id="{90BD8AAE-1ED2-F2B6-5274-95BEFE984134}"/>
                </a:ext>
              </a:extLst>
            </p:cNvPr>
            <p:cNvPicPr>
              <a:picLocks noChangeAspect="1"/>
            </p:cNvPicPr>
            <p:nvPr/>
          </p:nvPicPr>
          <p:blipFill>
            <a:blip r:embed="rId9"/>
            <a:srcRect/>
            <a:stretch/>
          </p:blipFill>
          <p:spPr>
            <a:xfrm>
              <a:off x="1066726" y="733425"/>
              <a:ext cx="789054" cy="789054"/>
            </a:xfrm>
            <a:prstGeom prst="rect">
              <a:avLst/>
            </a:prstGeom>
          </p:spPr>
        </p:pic>
        <p:pic>
          <p:nvPicPr>
            <p:cNvPr id="12" name="Rectangle 5" descr="preencoded.png">
              <a:extLst>
                <a:ext uri="{FF2B5EF4-FFF2-40B4-BE49-F238E27FC236}">
                  <a16:creationId xmlns:a16="http://schemas.microsoft.com/office/drawing/2014/main" id="{984657DE-F783-310B-AA92-946EE1756DF0}"/>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2230100" y="561975"/>
              <a:ext cx="5067301" cy="1066800"/>
            </a:xfrm>
            <a:prstGeom prst="rect">
              <a:avLst/>
            </a:prstGeom>
          </p:spPr>
        </p:pic>
        <p:sp>
          <p:nvSpPr>
            <p:cNvPr id="13" name="TextBox 12">
              <a:extLst>
                <a:ext uri="{FF2B5EF4-FFF2-40B4-BE49-F238E27FC236}">
                  <a16:creationId xmlns:a16="http://schemas.microsoft.com/office/drawing/2014/main" id="{282FBA70-6A1F-3099-E8AA-D5D15D23B04F}"/>
                </a:ext>
              </a:extLst>
            </p:cNvPr>
            <p:cNvSpPr txBox="1"/>
            <p:nvPr/>
          </p:nvSpPr>
          <p:spPr>
            <a:xfrm>
              <a:off x="1912856" y="625352"/>
              <a:ext cx="4189128" cy="1523495"/>
            </a:xfrm>
            <a:prstGeom prst="rect">
              <a:avLst/>
            </a:prstGeom>
            <a:noFill/>
          </p:spPr>
          <p:txBody>
            <a:bodyPr wrap="none" rtlCol="0">
              <a:spAutoFit/>
            </a:bodyPr>
            <a:lstStyle/>
            <a:p>
              <a:pPr algn="l">
                <a:lnSpc>
                  <a:spcPct val="100000"/>
                </a:lnSpc>
              </a:pPr>
              <a:r>
                <a:rPr lang="as-IN" sz="2000" b="1">
                  <a:solidFill>
                    <a:srgbClr val="7AE677"/>
                  </a:solidFill>
                  <a:latin typeface="Hind Siliguri" panose="02000000000000000000" pitchFamily="2" charset="0"/>
                  <a:ea typeface="Inter Bold" pitchFamily="34" charset="-122"/>
                  <a:cs typeface="Hind Siliguri" panose="02000000000000000000" pitchFamily="2" charset="0"/>
                </a:rPr>
                <a:t>অধ্যায় </a:t>
              </a:r>
              <a:r>
                <a:rPr lang="en-US" sz="2000" b="1">
                  <a:solidFill>
                    <a:srgbClr val="7AE677"/>
                  </a:solidFill>
                  <a:latin typeface="Hind Siliguri" panose="02000000000000000000" pitchFamily="2" charset="0"/>
                  <a:ea typeface="Inter Bold" pitchFamily="34" charset="-122"/>
                  <a:cs typeface="Hind Siliguri" panose="02000000000000000000" pitchFamily="2" charset="0"/>
                </a:rPr>
                <a:t>৫:</a:t>
              </a:r>
              <a:r>
                <a:rPr lang="bn-IN" sz="2000" b="1">
                  <a:solidFill>
                    <a:srgbClr val="7AE677"/>
                  </a:solidFill>
                  <a:latin typeface="Hind Siliguri" panose="02000000000000000000" pitchFamily="2" charset="0"/>
                  <a:ea typeface="Inter Bold" pitchFamily="34" charset="-122"/>
                  <a:cs typeface="Hind Siliguri" panose="02000000000000000000" pitchFamily="2" charset="0"/>
                </a:rPr>
                <a:t> </a:t>
              </a:r>
              <a:r>
                <a:rPr lang="as-IN" sz="2000" b="1" kern="1200">
                  <a:solidFill>
                    <a:schemeClr val="bg1"/>
                  </a:solidFill>
                  <a:effectLst/>
                  <a:latin typeface="Li Ador Noirrit" pitchFamily="2" charset="0"/>
                  <a:ea typeface="+mn-ea"/>
                  <a:cs typeface="Li Ador Noirrit" pitchFamily="2" charset="0"/>
                </a:rPr>
                <a:t>সমন্বয় ও নি:সরণ</a:t>
              </a:r>
              <a:endParaRPr lang="as-IN" sz="2000" b="1" dirty="0">
                <a:solidFill>
                  <a:schemeClr val="bg1"/>
                </a:solidFill>
                <a:latin typeface="Hind Siliguri" panose="02000000000000000000" pitchFamily="2" charset="0"/>
                <a:ea typeface="Inter Bold" pitchFamily="34" charset="-122"/>
                <a:cs typeface="Hind Siliguri"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a:solidFill>
                    <a:srgbClr val="FFFF00"/>
                  </a:solidFill>
                  <a:latin typeface="Hind Siliguri" panose="02000000000000000000" pitchFamily="2" charset="0"/>
                  <a:ea typeface="Inter Bold" pitchFamily="34" charset="-122"/>
                  <a:cs typeface="Hind Siliguri" panose="02000000000000000000" pitchFamily="2" charset="0"/>
                </a:rPr>
                <a:t>টপিক: </a:t>
              </a:r>
              <a:r>
                <a:rPr lang="bn-IN" sz="2000" b="1">
                  <a:solidFill>
                    <a:schemeClr val="bg1"/>
                  </a:solidFill>
                  <a:latin typeface="Hind Siliguri" panose="02000000000000000000" pitchFamily="2" charset="0"/>
                  <a:ea typeface="Inter Bold" pitchFamily="34" charset="-122"/>
                  <a:cs typeface="Hind Siliguri" panose="02000000000000000000" pitchFamily="2" charset="0"/>
                </a:rPr>
                <a:t>পাঠ ৬-৭</a:t>
              </a:r>
              <a:r>
                <a:rPr lang="en-US" sz="2000" b="1">
                  <a:solidFill>
                    <a:schemeClr val="bg1"/>
                  </a:solidFill>
                  <a:latin typeface="Hind Siliguri" panose="02000000000000000000" pitchFamily="2" charset="0"/>
                  <a:ea typeface="Inter Bold" pitchFamily="34" charset="-122"/>
                  <a:cs typeface="Hind Siliguri" panose="02000000000000000000" pitchFamily="2" charset="0"/>
                </a:rPr>
                <a:t>:</a:t>
              </a:r>
              <a:r>
                <a:rPr lang="bn-IN" sz="2000" b="1">
                  <a:solidFill>
                    <a:schemeClr val="bg1"/>
                  </a:solidFill>
                  <a:latin typeface="Hind Siliguri" panose="02000000000000000000" pitchFamily="2" charset="0"/>
                  <a:ea typeface="Inter Bold" pitchFamily="34" charset="-122"/>
                  <a:cs typeface="Hind Siliguri" panose="02000000000000000000" pitchFamily="2" charset="0"/>
                </a:rPr>
                <a:t> মস্তিষ্ক</a:t>
              </a:r>
            </a:p>
            <a:p>
              <a:pPr marL="0" marR="0" lvl="0" indent="0" algn="l" defTabSz="914400" rtl="0" eaLnBrk="1" fontAlgn="auto" latinLnBrk="0" hangingPunct="1">
                <a:lnSpc>
                  <a:spcPct val="100000"/>
                </a:lnSpc>
                <a:spcBef>
                  <a:spcPts val="0"/>
                </a:spcBef>
                <a:spcAft>
                  <a:spcPts val="0"/>
                </a:spcAft>
                <a:buClrTx/>
                <a:buSzTx/>
                <a:buFontTx/>
                <a:buNone/>
                <a:tabLst/>
                <a:defRPr/>
              </a:pPr>
              <a:endParaRPr lang="bn-IN" sz="2000" b="1">
                <a:solidFill>
                  <a:schemeClr val="bg1"/>
                </a:solidFill>
                <a:latin typeface="Hind Siliguri" panose="02000000000000000000" pitchFamily="2" charset="0"/>
                <a:ea typeface="Inter Bold" pitchFamily="34" charset="-122"/>
                <a:cs typeface="Hind Siliguri" panose="02000000000000000000" pitchFamily="2" charset="0"/>
              </a:endParaRPr>
            </a:p>
          </p:txBody>
        </p:sp>
        <p:grpSp>
          <p:nvGrpSpPr>
            <p:cNvPr id="14" name="Group 13">
              <a:extLst>
                <a:ext uri="{FF2B5EF4-FFF2-40B4-BE49-F238E27FC236}">
                  <a16:creationId xmlns:a16="http://schemas.microsoft.com/office/drawing/2014/main" id="{0124059B-D7E8-DF99-1C91-7125089E6711}"/>
                </a:ext>
              </a:extLst>
            </p:cNvPr>
            <p:cNvGrpSpPr/>
            <p:nvPr/>
          </p:nvGrpSpPr>
          <p:grpSpPr>
            <a:xfrm>
              <a:off x="12619695" y="768084"/>
              <a:ext cx="4315755" cy="766666"/>
              <a:chOff x="12619695" y="913226"/>
              <a:chExt cx="4315755" cy="766666"/>
            </a:xfrm>
          </p:grpSpPr>
          <p:pic>
            <p:nvPicPr>
              <p:cNvPr id="15" name="Picture 14">
                <a:extLst>
                  <a:ext uri="{FF2B5EF4-FFF2-40B4-BE49-F238E27FC236}">
                    <a16:creationId xmlns:a16="http://schemas.microsoft.com/office/drawing/2014/main" id="{448DEA2D-7EF4-7966-AA5E-AE0B945DB24B}"/>
                  </a:ext>
                </a:extLst>
              </p:cNvPr>
              <p:cNvPicPr>
                <a:picLocks noChangeAspect="1"/>
              </p:cNvPicPr>
              <p:nvPr userDrawn="1"/>
            </p:nvPicPr>
            <p:blipFill>
              <a:blip r:embed="rId12"/>
              <a:stretch>
                <a:fillRect/>
              </a:stretch>
            </p:blipFill>
            <p:spPr>
              <a:xfrm>
                <a:off x="13832845" y="1146493"/>
                <a:ext cx="1286591" cy="533399"/>
              </a:xfrm>
              <a:prstGeom prst="rect">
                <a:avLst/>
              </a:prstGeom>
            </p:spPr>
          </p:pic>
          <p:pic>
            <p:nvPicPr>
              <p:cNvPr id="16" name="Picture 15">
                <a:extLst>
                  <a:ext uri="{FF2B5EF4-FFF2-40B4-BE49-F238E27FC236}">
                    <a16:creationId xmlns:a16="http://schemas.microsoft.com/office/drawing/2014/main" id="{1F9060D5-A115-39C7-5F4E-278768BAFA1E}"/>
                  </a:ext>
                </a:extLst>
              </p:cNvPr>
              <p:cNvPicPr>
                <a:picLocks noChangeAspect="1"/>
              </p:cNvPicPr>
              <p:nvPr userDrawn="1"/>
            </p:nvPicPr>
            <p:blipFill>
              <a:blip r:embed="rId13"/>
              <a:stretch>
                <a:fillRect/>
              </a:stretch>
            </p:blipFill>
            <p:spPr>
              <a:xfrm>
                <a:off x="12619695" y="913226"/>
                <a:ext cx="1213150" cy="611738"/>
              </a:xfrm>
              <a:prstGeom prst="rect">
                <a:avLst/>
              </a:prstGeom>
            </p:spPr>
          </p:pic>
          <p:pic>
            <p:nvPicPr>
              <p:cNvPr id="17" name="10MS-White 12" descr="preencoded.png">
                <a:extLst>
                  <a:ext uri="{FF2B5EF4-FFF2-40B4-BE49-F238E27FC236}">
                    <a16:creationId xmlns:a16="http://schemas.microsoft.com/office/drawing/2014/main" id="{7CDF26DA-350A-EFA6-5BD3-93BC354E5369}"/>
                  </a:ext>
                </a:extLst>
              </p:cNvPr>
              <p:cNvPicPr>
                <a:picLocks noChangeAspect="1"/>
              </p:cNvPicPr>
              <p:nvPr userDrawn="1"/>
            </p:nvPicPr>
            <p:blipFill>
              <a:blip r:embed="rId14"/>
              <a:srcRect/>
              <a:stretch/>
            </p:blipFill>
            <p:spPr>
              <a:xfrm>
                <a:off x="14958060" y="974863"/>
                <a:ext cx="1977390" cy="550101"/>
              </a:xfrm>
              <a:prstGeom prst="rect">
                <a:avLst/>
              </a:prstGeom>
            </p:spPr>
          </p:pic>
        </p:grpSp>
      </p:grpSp>
    </p:spTree>
    <p:extLst>
      <p:ext uri="{BB962C8B-B14F-4D97-AF65-F5344CB8AC3E}">
        <p14:creationId xmlns:p14="http://schemas.microsoft.com/office/powerpoint/2010/main" val="346608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D6D57E6-0E7C-7A0A-D302-B3B40F5F961E}"/>
              </a:ext>
            </a:extLst>
          </p:cNvPr>
          <p:cNvGrpSpPr/>
          <p:nvPr userDrawn="1"/>
        </p:nvGrpSpPr>
        <p:grpSpPr>
          <a:xfrm>
            <a:off x="0" y="0"/>
            <a:ext cx="12192000" cy="6858000"/>
            <a:chOff x="0" y="0"/>
            <a:chExt cx="18288000" cy="10287000"/>
          </a:xfrm>
        </p:grpSpPr>
        <p:pic>
          <p:nvPicPr>
            <p:cNvPr id="7" name="Slide 16:9 - 174" descr="preencoded.png">
              <a:extLst>
                <a:ext uri="{FF2B5EF4-FFF2-40B4-BE49-F238E27FC236}">
                  <a16:creationId xmlns:a16="http://schemas.microsoft.com/office/drawing/2014/main" id="{944C2763-BB2E-83EB-CB97-F57F277A7F62}"/>
                </a:ext>
              </a:extLst>
            </p:cNvPr>
            <p:cNvPicPr>
              <a:picLocks noChangeAspect="1"/>
            </p:cNvPicPr>
            <p:nvPr/>
          </p:nvPicPr>
          <p:blipFill>
            <a:blip r:embed="rId2"/>
            <a:srcRect/>
            <a:stretch/>
          </p:blipFill>
          <p:spPr>
            <a:xfrm>
              <a:off x="0" y="0"/>
              <a:ext cx="18288000" cy="10287000"/>
            </a:xfrm>
            <a:prstGeom prst="rect">
              <a:avLst/>
            </a:prstGeom>
          </p:spPr>
        </p:pic>
        <p:pic>
          <p:nvPicPr>
            <p:cNvPr id="8" name="Rectangle 14" descr="preencoded.png">
              <a:extLst>
                <a:ext uri="{FF2B5EF4-FFF2-40B4-BE49-F238E27FC236}">
                  <a16:creationId xmlns:a16="http://schemas.microsoft.com/office/drawing/2014/main" id="{B17A6C33-C5EF-BE74-6890-73932CDE9E5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66750" y="314325"/>
              <a:ext cx="16944975" cy="9648825"/>
            </a:xfrm>
            <a:prstGeom prst="rect">
              <a:avLst/>
            </a:prstGeom>
          </p:spPr>
        </p:pic>
        <p:pic>
          <p:nvPicPr>
            <p:cNvPr id="9" name="Rectangle 5" descr="preencoded.png">
              <a:extLst>
                <a:ext uri="{FF2B5EF4-FFF2-40B4-BE49-F238E27FC236}">
                  <a16:creationId xmlns:a16="http://schemas.microsoft.com/office/drawing/2014/main" id="{F7DBECC2-D6BD-7F00-31AF-59064D4C008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85825" y="561975"/>
              <a:ext cx="11163300" cy="1066800"/>
            </a:xfrm>
            <a:prstGeom prst="rect">
              <a:avLst/>
            </a:prstGeom>
          </p:spPr>
        </p:pic>
        <p:pic>
          <p:nvPicPr>
            <p:cNvPr id="10" name="Ellipse 3" descr="preencoded.png">
              <a:extLst>
                <a:ext uri="{FF2B5EF4-FFF2-40B4-BE49-F238E27FC236}">
                  <a16:creationId xmlns:a16="http://schemas.microsoft.com/office/drawing/2014/main" id="{ABF1B669-7441-CC94-BDAB-291A30F6886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009650" y="685800"/>
              <a:ext cx="895350" cy="819150"/>
            </a:xfrm>
            <a:prstGeom prst="rect">
              <a:avLst/>
            </a:prstGeom>
          </p:spPr>
        </p:pic>
        <p:pic>
          <p:nvPicPr>
            <p:cNvPr id="11" name="8361822 1" descr="preencoded.png">
              <a:extLst>
                <a:ext uri="{FF2B5EF4-FFF2-40B4-BE49-F238E27FC236}">
                  <a16:creationId xmlns:a16="http://schemas.microsoft.com/office/drawing/2014/main" id="{90BD8AAE-1ED2-F2B6-5274-95BEFE984134}"/>
                </a:ext>
              </a:extLst>
            </p:cNvPr>
            <p:cNvPicPr>
              <a:picLocks noChangeAspect="1"/>
            </p:cNvPicPr>
            <p:nvPr/>
          </p:nvPicPr>
          <p:blipFill>
            <a:blip r:embed="rId9"/>
            <a:srcRect/>
            <a:stretch/>
          </p:blipFill>
          <p:spPr>
            <a:xfrm>
              <a:off x="1066726" y="733425"/>
              <a:ext cx="789054" cy="789054"/>
            </a:xfrm>
            <a:prstGeom prst="rect">
              <a:avLst/>
            </a:prstGeom>
          </p:spPr>
        </p:pic>
        <p:pic>
          <p:nvPicPr>
            <p:cNvPr id="12" name="Rectangle 5" descr="preencoded.png">
              <a:extLst>
                <a:ext uri="{FF2B5EF4-FFF2-40B4-BE49-F238E27FC236}">
                  <a16:creationId xmlns:a16="http://schemas.microsoft.com/office/drawing/2014/main" id="{984657DE-F783-310B-AA92-946EE1756DF0}"/>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2230100" y="561975"/>
              <a:ext cx="5067301" cy="1066800"/>
            </a:xfrm>
            <a:prstGeom prst="rect">
              <a:avLst/>
            </a:prstGeom>
          </p:spPr>
        </p:pic>
        <p:sp>
          <p:nvSpPr>
            <p:cNvPr id="13" name="TextBox 12">
              <a:extLst>
                <a:ext uri="{FF2B5EF4-FFF2-40B4-BE49-F238E27FC236}">
                  <a16:creationId xmlns:a16="http://schemas.microsoft.com/office/drawing/2014/main" id="{282FBA70-6A1F-3099-E8AA-D5D15D23B04F}"/>
                </a:ext>
              </a:extLst>
            </p:cNvPr>
            <p:cNvSpPr txBox="1"/>
            <p:nvPr/>
          </p:nvSpPr>
          <p:spPr>
            <a:xfrm>
              <a:off x="1912856" y="625352"/>
              <a:ext cx="4441601" cy="1523495"/>
            </a:xfrm>
            <a:prstGeom prst="rect">
              <a:avLst/>
            </a:prstGeom>
            <a:noFill/>
          </p:spPr>
          <p:txBody>
            <a:bodyPr wrap="none" rtlCol="0">
              <a:spAutoFit/>
            </a:bodyPr>
            <a:lstStyle/>
            <a:p>
              <a:pPr algn="l">
                <a:lnSpc>
                  <a:spcPct val="100000"/>
                </a:lnSpc>
              </a:pPr>
              <a:r>
                <a:rPr lang="as-IN" sz="2000" b="1">
                  <a:solidFill>
                    <a:srgbClr val="7AE677"/>
                  </a:solidFill>
                  <a:latin typeface="Hind Siliguri" panose="02000000000000000000" pitchFamily="2" charset="0"/>
                  <a:ea typeface="Inter Bold" pitchFamily="34" charset="-122"/>
                  <a:cs typeface="Hind Siliguri" panose="02000000000000000000" pitchFamily="2" charset="0"/>
                </a:rPr>
                <a:t>অধ্যায় </a:t>
              </a:r>
              <a:r>
                <a:rPr lang="en-US" sz="2000" b="1">
                  <a:solidFill>
                    <a:srgbClr val="7AE677"/>
                  </a:solidFill>
                  <a:latin typeface="Hind Siliguri" panose="02000000000000000000" pitchFamily="2" charset="0"/>
                  <a:ea typeface="Inter Bold" pitchFamily="34" charset="-122"/>
                  <a:cs typeface="Hind Siliguri" panose="02000000000000000000" pitchFamily="2" charset="0"/>
                </a:rPr>
                <a:t>৫:</a:t>
              </a:r>
              <a:r>
                <a:rPr lang="bn-IN" sz="2000" b="1">
                  <a:solidFill>
                    <a:srgbClr val="7AE677"/>
                  </a:solidFill>
                  <a:latin typeface="Hind Siliguri" panose="02000000000000000000" pitchFamily="2" charset="0"/>
                  <a:ea typeface="Inter Bold" pitchFamily="34" charset="-122"/>
                  <a:cs typeface="Hind Siliguri" panose="02000000000000000000" pitchFamily="2" charset="0"/>
                </a:rPr>
                <a:t> </a:t>
              </a:r>
              <a:r>
                <a:rPr lang="as-IN" sz="2000" b="1" kern="1200">
                  <a:solidFill>
                    <a:schemeClr val="bg1"/>
                  </a:solidFill>
                  <a:effectLst/>
                  <a:latin typeface="Li Ador Noirrit" pitchFamily="2" charset="0"/>
                  <a:ea typeface="+mn-ea"/>
                  <a:cs typeface="Li Ador Noirrit" pitchFamily="2" charset="0"/>
                </a:rPr>
                <a:t>সমন্বয় ও নি:সরণ</a:t>
              </a:r>
              <a:endParaRPr lang="as-IN" sz="2000" b="1">
                <a:solidFill>
                  <a:schemeClr val="bg1"/>
                </a:solidFill>
                <a:latin typeface="Hind Siliguri" panose="02000000000000000000" pitchFamily="2" charset="0"/>
                <a:ea typeface="Inter Bold" pitchFamily="34" charset="-122"/>
                <a:cs typeface="Hind Siliguri"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a:solidFill>
                    <a:srgbClr val="FFFF00"/>
                  </a:solidFill>
                  <a:latin typeface="Hind Siliguri" panose="02000000000000000000" pitchFamily="2" charset="0"/>
                  <a:ea typeface="Inter Bold" pitchFamily="34" charset="-122"/>
                  <a:cs typeface="Hind Siliguri" panose="02000000000000000000" pitchFamily="2" charset="0"/>
                </a:rPr>
                <a:t>টপিক: </a:t>
              </a:r>
              <a:r>
                <a:rPr lang="bn-IN" sz="2000" b="1">
                  <a:solidFill>
                    <a:schemeClr val="bg1"/>
                  </a:solidFill>
                  <a:latin typeface="Hind Siliguri" panose="02000000000000000000" pitchFamily="2" charset="0"/>
                  <a:ea typeface="Inter Bold" pitchFamily="34" charset="-122"/>
                  <a:cs typeface="Hind Siliguri" panose="02000000000000000000" pitchFamily="2" charset="0"/>
                </a:rPr>
                <a:t>পাঠ ৮-১০</a:t>
              </a:r>
              <a:r>
                <a:rPr lang="en-US" sz="2000" b="1">
                  <a:solidFill>
                    <a:schemeClr val="bg1"/>
                  </a:solidFill>
                  <a:latin typeface="Hind Siliguri" panose="02000000000000000000" pitchFamily="2" charset="0"/>
                  <a:ea typeface="Inter Bold" pitchFamily="34" charset="-122"/>
                  <a:cs typeface="Hind Siliguri" panose="02000000000000000000" pitchFamily="2" charset="0"/>
                </a:rPr>
                <a:t>:</a:t>
              </a:r>
              <a:r>
                <a:rPr lang="bn-IN" sz="2000" b="1">
                  <a:solidFill>
                    <a:schemeClr val="bg1"/>
                  </a:solidFill>
                  <a:latin typeface="Hind Siliguri" panose="02000000000000000000" pitchFamily="2" charset="0"/>
                  <a:ea typeface="Inter Bold" pitchFamily="34" charset="-122"/>
                  <a:cs typeface="Hind Siliguri" panose="02000000000000000000" pitchFamily="2" charset="0"/>
                </a:rPr>
                <a:t> মেরুরজ্জু</a:t>
              </a:r>
            </a:p>
            <a:p>
              <a:pPr marL="0" marR="0" lvl="0" indent="0" algn="l" defTabSz="914400" rtl="0" eaLnBrk="1" fontAlgn="auto" latinLnBrk="0" hangingPunct="1">
                <a:lnSpc>
                  <a:spcPct val="100000"/>
                </a:lnSpc>
                <a:spcBef>
                  <a:spcPts val="0"/>
                </a:spcBef>
                <a:spcAft>
                  <a:spcPts val="0"/>
                </a:spcAft>
                <a:buClrTx/>
                <a:buSzTx/>
                <a:buFontTx/>
                <a:buNone/>
                <a:tabLst/>
                <a:defRPr/>
              </a:pPr>
              <a:endParaRPr lang="bn-IN" sz="2000" b="1">
                <a:solidFill>
                  <a:schemeClr val="bg1"/>
                </a:solidFill>
                <a:latin typeface="Hind Siliguri" panose="02000000000000000000" pitchFamily="2" charset="0"/>
                <a:ea typeface="Inter Bold" pitchFamily="34" charset="-122"/>
                <a:cs typeface="Hind Siliguri" panose="02000000000000000000" pitchFamily="2" charset="0"/>
              </a:endParaRPr>
            </a:p>
          </p:txBody>
        </p:sp>
        <p:grpSp>
          <p:nvGrpSpPr>
            <p:cNvPr id="14" name="Group 13">
              <a:extLst>
                <a:ext uri="{FF2B5EF4-FFF2-40B4-BE49-F238E27FC236}">
                  <a16:creationId xmlns:a16="http://schemas.microsoft.com/office/drawing/2014/main" id="{0124059B-D7E8-DF99-1C91-7125089E6711}"/>
                </a:ext>
              </a:extLst>
            </p:cNvPr>
            <p:cNvGrpSpPr/>
            <p:nvPr/>
          </p:nvGrpSpPr>
          <p:grpSpPr>
            <a:xfrm>
              <a:off x="12619695" y="768084"/>
              <a:ext cx="4315755" cy="766666"/>
              <a:chOff x="12619695" y="913226"/>
              <a:chExt cx="4315755" cy="766666"/>
            </a:xfrm>
          </p:grpSpPr>
          <p:pic>
            <p:nvPicPr>
              <p:cNvPr id="15" name="Picture 14">
                <a:extLst>
                  <a:ext uri="{FF2B5EF4-FFF2-40B4-BE49-F238E27FC236}">
                    <a16:creationId xmlns:a16="http://schemas.microsoft.com/office/drawing/2014/main" id="{448DEA2D-7EF4-7966-AA5E-AE0B945DB24B}"/>
                  </a:ext>
                </a:extLst>
              </p:cNvPr>
              <p:cNvPicPr>
                <a:picLocks noChangeAspect="1"/>
              </p:cNvPicPr>
              <p:nvPr userDrawn="1"/>
            </p:nvPicPr>
            <p:blipFill>
              <a:blip r:embed="rId12"/>
              <a:stretch>
                <a:fillRect/>
              </a:stretch>
            </p:blipFill>
            <p:spPr>
              <a:xfrm>
                <a:off x="13832845" y="1146493"/>
                <a:ext cx="1286591" cy="533399"/>
              </a:xfrm>
              <a:prstGeom prst="rect">
                <a:avLst/>
              </a:prstGeom>
            </p:spPr>
          </p:pic>
          <p:pic>
            <p:nvPicPr>
              <p:cNvPr id="16" name="Picture 15">
                <a:extLst>
                  <a:ext uri="{FF2B5EF4-FFF2-40B4-BE49-F238E27FC236}">
                    <a16:creationId xmlns:a16="http://schemas.microsoft.com/office/drawing/2014/main" id="{1F9060D5-A115-39C7-5F4E-278768BAFA1E}"/>
                  </a:ext>
                </a:extLst>
              </p:cNvPr>
              <p:cNvPicPr>
                <a:picLocks noChangeAspect="1"/>
              </p:cNvPicPr>
              <p:nvPr userDrawn="1"/>
            </p:nvPicPr>
            <p:blipFill>
              <a:blip r:embed="rId13"/>
              <a:stretch>
                <a:fillRect/>
              </a:stretch>
            </p:blipFill>
            <p:spPr>
              <a:xfrm>
                <a:off x="12619695" y="913226"/>
                <a:ext cx="1213150" cy="611738"/>
              </a:xfrm>
              <a:prstGeom prst="rect">
                <a:avLst/>
              </a:prstGeom>
            </p:spPr>
          </p:pic>
          <p:pic>
            <p:nvPicPr>
              <p:cNvPr id="17" name="10MS-White 12" descr="preencoded.png">
                <a:extLst>
                  <a:ext uri="{FF2B5EF4-FFF2-40B4-BE49-F238E27FC236}">
                    <a16:creationId xmlns:a16="http://schemas.microsoft.com/office/drawing/2014/main" id="{7CDF26DA-350A-EFA6-5BD3-93BC354E5369}"/>
                  </a:ext>
                </a:extLst>
              </p:cNvPr>
              <p:cNvPicPr>
                <a:picLocks noChangeAspect="1"/>
              </p:cNvPicPr>
              <p:nvPr userDrawn="1"/>
            </p:nvPicPr>
            <p:blipFill>
              <a:blip r:embed="rId14"/>
              <a:srcRect/>
              <a:stretch/>
            </p:blipFill>
            <p:spPr>
              <a:xfrm>
                <a:off x="14958060" y="974863"/>
                <a:ext cx="1977390" cy="550101"/>
              </a:xfrm>
              <a:prstGeom prst="rect">
                <a:avLst/>
              </a:prstGeom>
            </p:spPr>
          </p:pic>
        </p:grpSp>
      </p:grpSp>
    </p:spTree>
    <p:extLst>
      <p:ext uri="{BB962C8B-B14F-4D97-AF65-F5344CB8AC3E}">
        <p14:creationId xmlns:p14="http://schemas.microsoft.com/office/powerpoint/2010/main" val="310025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D6D57E6-0E7C-7A0A-D302-B3B40F5F961E}"/>
              </a:ext>
            </a:extLst>
          </p:cNvPr>
          <p:cNvGrpSpPr/>
          <p:nvPr userDrawn="1"/>
        </p:nvGrpSpPr>
        <p:grpSpPr>
          <a:xfrm>
            <a:off x="0" y="0"/>
            <a:ext cx="12192000" cy="6858000"/>
            <a:chOff x="0" y="0"/>
            <a:chExt cx="18288000" cy="10287000"/>
          </a:xfrm>
        </p:grpSpPr>
        <p:pic>
          <p:nvPicPr>
            <p:cNvPr id="7" name="Slide 16:9 - 174" descr="preencoded.png">
              <a:extLst>
                <a:ext uri="{FF2B5EF4-FFF2-40B4-BE49-F238E27FC236}">
                  <a16:creationId xmlns:a16="http://schemas.microsoft.com/office/drawing/2014/main" id="{944C2763-BB2E-83EB-CB97-F57F277A7F62}"/>
                </a:ext>
              </a:extLst>
            </p:cNvPr>
            <p:cNvPicPr>
              <a:picLocks noChangeAspect="1"/>
            </p:cNvPicPr>
            <p:nvPr/>
          </p:nvPicPr>
          <p:blipFill>
            <a:blip r:embed="rId2"/>
            <a:srcRect/>
            <a:stretch/>
          </p:blipFill>
          <p:spPr>
            <a:xfrm>
              <a:off x="0" y="0"/>
              <a:ext cx="18288000" cy="10287000"/>
            </a:xfrm>
            <a:prstGeom prst="rect">
              <a:avLst/>
            </a:prstGeom>
          </p:spPr>
        </p:pic>
        <p:pic>
          <p:nvPicPr>
            <p:cNvPr id="8" name="Rectangle 14" descr="preencoded.png">
              <a:extLst>
                <a:ext uri="{FF2B5EF4-FFF2-40B4-BE49-F238E27FC236}">
                  <a16:creationId xmlns:a16="http://schemas.microsoft.com/office/drawing/2014/main" id="{B17A6C33-C5EF-BE74-6890-73932CDE9E5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66750" y="314325"/>
              <a:ext cx="16944975" cy="9648825"/>
            </a:xfrm>
            <a:prstGeom prst="rect">
              <a:avLst/>
            </a:prstGeom>
          </p:spPr>
        </p:pic>
        <p:pic>
          <p:nvPicPr>
            <p:cNvPr id="9" name="Rectangle 5" descr="preencoded.png">
              <a:extLst>
                <a:ext uri="{FF2B5EF4-FFF2-40B4-BE49-F238E27FC236}">
                  <a16:creationId xmlns:a16="http://schemas.microsoft.com/office/drawing/2014/main" id="{F7DBECC2-D6BD-7F00-31AF-59064D4C008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85825" y="561975"/>
              <a:ext cx="11163300" cy="1066800"/>
            </a:xfrm>
            <a:prstGeom prst="rect">
              <a:avLst/>
            </a:prstGeom>
          </p:spPr>
        </p:pic>
        <p:pic>
          <p:nvPicPr>
            <p:cNvPr id="10" name="Ellipse 3" descr="preencoded.png">
              <a:extLst>
                <a:ext uri="{FF2B5EF4-FFF2-40B4-BE49-F238E27FC236}">
                  <a16:creationId xmlns:a16="http://schemas.microsoft.com/office/drawing/2014/main" id="{ABF1B669-7441-CC94-BDAB-291A30F6886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009650" y="685800"/>
              <a:ext cx="895350" cy="819150"/>
            </a:xfrm>
            <a:prstGeom prst="rect">
              <a:avLst/>
            </a:prstGeom>
          </p:spPr>
        </p:pic>
        <p:pic>
          <p:nvPicPr>
            <p:cNvPr id="11" name="8361822 1" descr="preencoded.png">
              <a:extLst>
                <a:ext uri="{FF2B5EF4-FFF2-40B4-BE49-F238E27FC236}">
                  <a16:creationId xmlns:a16="http://schemas.microsoft.com/office/drawing/2014/main" id="{90BD8AAE-1ED2-F2B6-5274-95BEFE984134}"/>
                </a:ext>
              </a:extLst>
            </p:cNvPr>
            <p:cNvPicPr>
              <a:picLocks noChangeAspect="1"/>
            </p:cNvPicPr>
            <p:nvPr/>
          </p:nvPicPr>
          <p:blipFill>
            <a:blip r:embed="rId9"/>
            <a:srcRect/>
            <a:stretch/>
          </p:blipFill>
          <p:spPr>
            <a:xfrm>
              <a:off x="1066726" y="733425"/>
              <a:ext cx="789054" cy="789054"/>
            </a:xfrm>
            <a:prstGeom prst="rect">
              <a:avLst/>
            </a:prstGeom>
          </p:spPr>
        </p:pic>
        <p:pic>
          <p:nvPicPr>
            <p:cNvPr id="12" name="Rectangle 5" descr="preencoded.png">
              <a:extLst>
                <a:ext uri="{FF2B5EF4-FFF2-40B4-BE49-F238E27FC236}">
                  <a16:creationId xmlns:a16="http://schemas.microsoft.com/office/drawing/2014/main" id="{984657DE-F783-310B-AA92-946EE1756DF0}"/>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2230100" y="561975"/>
              <a:ext cx="5067301" cy="1066800"/>
            </a:xfrm>
            <a:prstGeom prst="rect">
              <a:avLst/>
            </a:prstGeom>
          </p:spPr>
        </p:pic>
        <p:sp>
          <p:nvSpPr>
            <p:cNvPr id="13" name="TextBox 12">
              <a:extLst>
                <a:ext uri="{FF2B5EF4-FFF2-40B4-BE49-F238E27FC236}">
                  <a16:creationId xmlns:a16="http://schemas.microsoft.com/office/drawing/2014/main" id="{282FBA70-6A1F-3099-E8AA-D5D15D23B04F}"/>
                </a:ext>
              </a:extLst>
            </p:cNvPr>
            <p:cNvSpPr txBox="1"/>
            <p:nvPr/>
          </p:nvSpPr>
          <p:spPr>
            <a:xfrm>
              <a:off x="1912856" y="625352"/>
              <a:ext cx="4441601" cy="1061829"/>
            </a:xfrm>
            <a:prstGeom prst="rect">
              <a:avLst/>
            </a:prstGeom>
            <a:noFill/>
          </p:spPr>
          <p:txBody>
            <a:bodyPr wrap="none" rtlCol="0">
              <a:spAutoFit/>
            </a:bodyPr>
            <a:lstStyle/>
            <a:p>
              <a:pPr algn="l">
                <a:lnSpc>
                  <a:spcPct val="100000"/>
                </a:lnSpc>
              </a:pPr>
              <a:r>
                <a:rPr lang="as-IN" sz="2000" b="1">
                  <a:solidFill>
                    <a:srgbClr val="7AE677"/>
                  </a:solidFill>
                  <a:latin typeface="Hind Siliguri" panose="02000000000000000000" pitchFamily="2" charset="0"/>
                  <a:ea typeface="Inter Bold" pitchFamily="34" charset="-122"/>
                  <a:cs typeface="Hind Siliguri" panose="02000000000000000000" pitchFamily="2" charset="0"/>
                </a:rPr>
                <a:t>অধ্যায় </a:t>
              </a:r>
              <a:r>
                <a:rPr lang="en-US" sz="2000" b="1">
                  <a:solidFill>
                    <a:srgbClr val="7AE677"/>
                  </a:solidFill>
                  <a:latin typeface="Hind Siliguri" panose="02000000000000000000" pitchFamily="2" charset="0"/>
                  <a:ea typeface="Inter Bold" pitchFamily="34" charset="-122"/>
                  <a:cs typeface="Hind Siliguri" panose="02000000000000000000" pitchFamily="2" charset="0"/>
                </a:rPr>
                <a:t>৫:</a:t>
              </a:r>
              <a:r>
                <a:rPr lang="bn-IN" sz="2000" b="1">
                  <a:solidFill>
                    <a:srgbClr val="7AE677"/>
                  </a:solidFill>
                  <a:latin typeface="Hind Siliguri" panose="02000000000000000000" pitchFamily="2" charset="0"/>
                  <a:ea typeface="Inter Bold" pitchFamily="34" charset="-122"/>
                  <a:cs typeface="Hind Siliguri" panose="02000000000000000000" pitchFamily="2" charset="0"/>
                </a:rPr>
                <a:t> </a:t>
              </a:r>
              <a:r>
                <a:rPr lang="as-IN" sz="2000" b="1" kern="1200">
                  <a:solidFill>
                    <a:schemeClr val="bg1"/>
                  </a:solidFill>
                  <a:effectLst/>
                  <a:latin typeface="Li Ador Noirrit" pitchFamily="2" charset="0"/>
                  <a:ea typeface="+mn-ea"/>
                  <a:cs typeface="Li Ador Noirrit" pitchFamily="2" charset="0"/>
                </a:rPr>
                <a:t>সমন্বয় ও নি:সরণ</a:t>
              </a:r>
              <a:endParaRPr lang="as-IN" sz="2000" b="1">
                <a:solidFill>
                  <a:schemeClr val="bg1"/>
                </a:solidFill>
                <a:latin typeface="Hind Siliguri" panose="02000000000000000000" pitchFamily="2" charset="0"/>
                <a:ea typeface="Inter Bold" pitchFamily="34" charset="-122"/>
                <a:cs typeface="Hind Siliguri"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a:solidFill>
                    <a:srgbClr val="FFFF00"/>
                  </a:solidFill>
                  <a:latin typeface="Hind Siliguri" panose="02000000000000000000" pitchFamily="2" charset="0"/>
                  <a:ea typeface="Inter Bold" pitchFamily="34" charset="-122"/>
                  <a:cs typeface="Hind Siliguri" panose="02000000000000000000" pitchFamily="2" charset="0"/>
                </a:rPr>
                <a:t>টপিক: </a:t>
              </a:r>
              <a:r>
                <a:rPr lang="bn-IN" sz="2000" b="1">
                  <a:solidFill>
                    <a:schemeClr val="bg1"/>
                  </a:solidFill>
                  <a:latin typeface="Hind Siliguri" panose="02000000000000000000" pitchFamily="2" charset="0"/>
                  <a:ea typeface="Inter Bold" pitchFamily="34" charset="-122"/>
                  <a:cs typeface="Hind Siliguri" panose="02000000000000000000" pitchFamily="2" charset="0"/>
                </a:rPr>
                <a:t>পাঠ ১১-১২</a:t>
              </a:r>
              <a:r>
                <a:rPr lang="en-US" sz="2000" b="1">
                  <a:solidFill>
                    <a:schemeClr val="bg1"/>
                  </a:solidFill>
                  <a:latin typeface="Hind Siliguri" panose="02000000000000000000" pitchFamily="2" charset="0"/>
                  <a:ea typeface="Inter Bold" pitchFamily="34" charset="-122"/>
                  <a:cs typeface="Hind Siliguri" panose="02000000000000000000" pitchFamily="2" charset="0"/>
                </a:rPr>
                <a:t>:</a:t>
              </a:r>
              <a:r>
                <a:rPr lang="bn-IN" sz="2000" b="1">
                  <a:solidFill>
                    <a:schemeClr val="bg1"/>
                  </a:solidFill>
                  <a:latin typeface="Hind Siliguri" panose="02000000000000000000" pitchFamily="2" charset="0"/>
                  <a:ea typeface="Inter Bold" pitchFamily="34" charset="-122"/>
                  <a:cs typeface="Hind Siliguri" panose="02000000000000000000" pitchFamily="2" charset="0"/>
                </a:rPr>
                <a:t> রেচনতন্ত্র</a:t>
              </a:r>
            </a:p>
          </p:txBody>
        </p:sp>
        <p:grpSp>
          <p:nvGrpSpPr>
            <p:cNvPr id="14" name="Group 13">
              <a:extLst>
                <a:ext uri="{FF2B5EF4-FFF2-40B4-BE49-F238E27FC236}">
                  <a16:creationId xmlns:a16="http://schemas.microsoft.com/office/drawing/2014/main" id="{0124059B-D7E8-DF99-1C91-7125089E6711}"/>
                </a:ext>
              </a:extLst>
            </p:cNvPr>
            <p:cNvGrpSpPr/>
            <p:nvPr/>
          </p:nvGrpSpPr>
          <p:grpSpPr>
            <a:xfrm>
              <a:off x="12619695" y="768084"/>
              <a:ext cx="4315755" cy="766666"/>
              <a:chOff x="12619695" y="913226"/>
              <a:chExt cx="4315755" cy="766666"/>
            </a:xfrm>
          </p:grpSpPr>
          <p:pic>
            <p:nvPicPr>
              <p:cNvPr id="15" name="Picture 14">
                <a:extLst>
                  <a:ext uri="{FF2B5EF4-FFF2-40B4-BE49-F238E27FC236}">
                    <a16:creationId xmlns:a16="http://schemas.microsoft.com/office/drawing/2014/main" id="{448DEA2D-7EF4-7966-AA5E-AE0B945DB24B}"/>
                  </a:ext>
                </a:extLst>
              </p:cNvPr>
              <p:cNvPicPr>
                <a:picLocks noChangeAspect="1"/>
              </p:cNvPicPr>
              <p:nvPr userDrawn="1"/>
            </p:nvPicPr>
            <p:blipFill>
              <a:blip r:embed="rId12"/>
              <a:stretch>
                <a:fillRect/>
              </a:stretch>
            </p:blipFill>
            <p:spPr>
              <a:xfrm>
                <a:off x="13832845" y="1146493"/>
                <a:ext cx="1286591" cy="533399"/>
              </a:xfrm>
              <a:prstGeom prst="rect">
                <a:avLst/>
              </a:prstGeom>
            </p:spPr>
          </p:pic>
          <p:pic>
            <p:nvPicPr>
              <p:cNvPr id="16" name="Picture 15">
                <a:extLst>
                  <a:ext uri="{FF2B5EF4-FFF2-40B4-BE49-F238E27FC236}">
                    <a16:creationId xmlns:a16="http://schemas.microsoft.com/office/drawing/2014/main" id="{1F9060D5-A115-39C7-5F4E-278768BAFA1E}"/>
                  </a:ext>
                </a:extLst>
              </p:cNvPr>
              <p:cNvPicPr>
                <a:picLocks noChangeAspect="1"/>
              </p:cNvPicPr>
              <p:nvPr userDrawn="1"/>
            </p:nvPicPr>
            <p:blipFill>
              <a:blip r:embed="rId13"/>
              <a:stretch>
                <a:fillRect/>
              </a:stretch>
            </p:blipFill>
            <p:spPr>
              <a:xfrm>
                <a:off x="12619695" y="913226"/>
                <a:ext cx="1213150" cy="611738"/>
              </a:xfrm>
              <a:prstGeom prst="rect">
                <a:avLst/>
              </a:prstGeom>
            </p:spPr>
          </p:pic>
          <p:pic>
            <p:nvPicPr>
              <p:cNvPr id="17" name="10MS-White 12" descr="preencoded.png">
                <a:extLst>
                  <a:ext uri="{FF2B5EF4-FFF2-40B4-BE49-F238E27FC236}">
                    <a16:creationId xmlns:a16="http://schemas.microsoft.com/office/drawing/2014/main" id="{7CDF26DA-350A-EFA6-5BD3-93BC354E5369}"/>
                  </a:ext>
                </a:extLst>
              </p:cNvPr>
              <p:cNvPicPr>
                <a:picLocks noChangeAspect="1"/>
              </p:cNvPicPr>
              <p:nvPr userDrawn="1"/>
            </p:nvPicPr>
            <p:blipFill>
              <a:blip r:embed="rId14"/>
              <a:srcRect/>
              <a:stretch/>
            </p:blipFill>
            <p:spPr>
              <a:xfrm>
                <a:off x="14958060" y="974863"/>
                <a:ext cx="1977390" cy="550101"/>
              </a:xfrm>
              <a:prstGeom prst="rect">
                <a:avLst/>
              </a:prstGeom>
            </p:spPr>
          </p:pic>
        </p:grpSp>
      </p:grpSp>
    </p:spTree>
    <p:extLst>
      <p:ext uri="{BB962C8B-B14F-4D97-AF65-F5344CB8AC3E}">
        <p14:creationId xmlns:p14="http://schemas.microsoft.com/office/powerpoint/2010/main" val="2492414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0AC696E1-B1DF-FC49-E99E-CAEBC5314C68}"/>
              </a:ext>
            </a:extLst>
          </p:cNvPr>
          <p:cNvGrpSpPr/>
          <p:nvPr userDrawn="1"/>
        </p:nvGrpSpPr>
        <p:grpSpPr>
          <a:xfrm>
            <a:off x="0" y="0"/>
            <a:ext cx="12192000" cy="6858000"/>
            <a:chOff x="-23266400" y="-24993600"/>
            <a:chExt cx="18288000" cy="10287000"/>
          </a:xfrm>
        </p:grpSpPr>
        <p:pic>
          <p:nvPicPr>
            <p:cNvPr id="2" name="Slide 16:9 - 172" descr="preencoded.png">
              <a:extLst>
                <a:ext uri="{FF2B5EF4-FFF2-40B4-BE49-F238E27FC236}">
                  <a16:creationId xmlns:a16="http://schemas.microsoft.com/office/drawing/2014/main" id="{F83F80F9-10C6-DACB-254F-7BEA50898186}"/>
                </a:ext>
              </a:extLst>
            </p:cNvPr>
            <p:cNvPicPr>
              <a:picLocks noChangeAspect="1"/>
            </p:cNvPicPr>
            <p:nvPr userDrawn="1"/>
          </p:nvPicPr>
          <p:blipFill>
            <a:blip r:embed="rId2"/>
            <a:srcRect/>
            <a:stretch/>
          </p:blipFill>
          <p:spPr>
            <a:xfrm>
              <a:off x="-23266400" y="-24993600"/>
              <a:ext cx="18288000" cy="10287000"/>
            </a:xfrm>
            <a:prstGeom prst="rect">
              <a:avLst/>
            </a:prstGeom>
          </p:spPr>
        </p:pic>
        <p:pic>
          <p:nvPicPr>
            <p:cNvPr id="3" name="3215346 1" descr="preencoded.png">
              <a:extLst>
                <a:ext uri="{FF2B5EF4-FFF2-40B4-BE49-F238E27FC236}">
                  <a16:creationId xmlns:a16="http://schemas.microsoft.com/office/drawing/2014/main" id="{0789EB0B-ACC4-FCDF-DA60-459330F09FE7}"/>
                </a:ext>
              </a:extLst>
            </p:cNvPr>
            <p:cNvPicPr>
              <a:picLocks noChangeAspect="1"/>
            </p:cNvPicPr>
            <p:nvPr userDrawn="1"/>
          </p:nvPicPr>
          <p:blipFill>
            <a:blip r:embed="rId3"/>
            <a:srcRect/>
            <a:stretch/>
          </p:blipFill>
          <p:spPr>
            <a:xfrm>
              <a:off x="-8483600" y="-16244593"/>
              <a:ext cx="1958587" cy="1471389"/>
            </a:xfrm>
            <a:prstGeom prst="rect">
              <a:avLst/>
            </a:prstGeom>
          </p:spPr>
        </p:pic>
        <p:pic>
          <p:nvPicPr>
            <p:cNvPr id="5" name="2784428 1" descr="preencoded.png">
              <a:extLst>
                <a:ext uri="{FF2B5EF4-FFF2-40B4-BE49-F238E27FC236}">
                  <a16:creationId xmlns:a16="http://schemas.microsoft.com/office/drawing/2014/main" id="{DAC4A12C-6564-1435-89A2-4A6D7525EAA6}"/>
                </a:ext>
              </a:extLst>
            </p:cNvPr>
            <p:cNvPicPr>
              <a:picLocks noChangeAspect="1"/>
            </p:cNvPicPr>
            <p:nvPr userDrawn="1"/>
          </p:nvPicPr>
          <p:blipFill>
            <a:blip r:embed="rId4"/>
            <a:srcRect/>
            <a:stretch/>
          </p:blipFill>
          <p:spPr>
            <a:xfrm>
              <a:off x="-22542499" y="-24325707"/>
              <a:ext cx="968422" cy="968422"/>
            </a:xfrm>
            <a:prstGeom prst="rect">
              <a:avLst/>
            </a:prstGeom>
          </p:spPr>
        </p:pic>
        <p:pic>
          <p:nvPicPr>
            <p:cNvPr id="18" name="3215346 1" descr="preencoded.png">
              <a:extLst>
                <a:ext uri="{FF2B5EF4-FFF2-40B4-BE49-F238E27FC236}">
                  <a16:creationId xmlns:a16="http://schemas.microsoft.com/office/drawing/2014/main" id="{ECA9DAAE-704F-C650-B6D0-959CB92C2DFB}"/>
                </a:ext>
              </a:extLst>
            </p:cNvPr>
            <p:cNvPicPr>
              <a:picLocks noChangeAspect="1"/>
            </p:cNvPicPr>
            <p:nvPr userDrawn="1"/>
          </p:nvPicPr>
          <p:blipFill>
            <a:blip r:embed="rId5"/>
            <a:srcRect/>
            <a:stretch/>
          </p:blipFill>
          <p:spPr>
            <a:xfrm>
              <a:off x="-20243129" y="-23378947"/>
              <a:ext cx="1449865" cy="1449860"/>
            </a:xfrm>
            <a:prstGeom prst="rect">
              <a:avLst/>
            </a:prstGeom>
          </p:spPr>
        </p:pic>
        <p:pic>
          <p:nvPicPr>
            <p:cNvPr id="19" name="2201544 1" descr="preencoded.png">
              <a:extLst>
                <a:ext uri="{FF2B5EF4-FFF2-40B4-BE49-F238E27FC236}">
                  <a16:creationId xmlns:a16="http://schemas.microsoft.com/office/drawing/2014/main" id="{508DF4DD-F433-13D7-67D9-EC7665A13947}"/>
                </a:ext>
              </a:extLst>
            </p:cNvPr>
            <p:cNvPicPr>
              <a:picLocks noChangeAspect="1"/>
            </p:cNvPicPr>
            <p:nvPr userDrawn="1"/>
          </p:nvPicPr>
          <p:blipFill>
            <a:blip r:embed="rId6"/>
            <a:srcRect/>
            <a:stretch/>
          </p:blipFill>
          <p:spPr>
            <a:xfrm>
              <a:off x="-17287017" y="-15928031"/>
              <a:ext cx="788129" cy="788129"/>
            </a:xfrm>
            <a:prstGeom prst="rect">
              <a:avLst/>
            </a:prstGeom>
          </p:spPr>
        </p:pic>
        <p:pic>
          <p:nvPicPr>
            <p:cNvPr id="20" name="1467187 1" descr="preencoded.png">
              <a:extLst>
                <a:ext uri="{FF2B5EF4-FFF2-40B4-BE49-F238E27FC236}">
                  <a16:creationId xmlns:a16="http://schemas.microsoft.com/office/drawing/2014/main" id="{1D630763-0040-0431-FC79-123FBF66D266}"/>
                </a:ext>
              </a:extLst>
            </p:cNvPr>
            <p:cNvPicPr>
              <a:picLocks noChangeAspect="1"/>
            </p:cNvPicPr>
            <p:nvPr userDrawn="1"/>
          </p:nvPicPr>
          <p:blipFill>
            <a:blip r:embed="rId7"/>
            <a:srcRect/>
            <a:stretch/>
          </p:blipFill>
          <p:spPr>
            <a:xfrm>
              <a:off x="-10769600" y="-23089909"/>
              <a:ext cx="1247775" cy="1247775"/>
            </a:xfrm>
            <a:prstGeom prst="rect">
              <a:avLst/>
            </a:prstGeom>
          </p:spPr>
        </p:pic>
        <p:pic>
          <p:nvPicPr>
            <p:cNvPr id="21" name="8361822 1" descr="preencoded.png">
              <a:extLst>
                <a:ext uri="{FF2B5EF4-FFF2-40B4-BE49-F238E27FC236}">
                  <a16:creationId xmlns:a16="http://schemas.microsoft.com/office/drawing/2014/main" id="{83057D15-B096-4668-5E82-1EE723F9D621}"/>
                </a:ext>
              </a:extLst>
            </p:cNvPr>
            <p:cNvPicPr>
              <a:picLocks noChangeAspect="1"/>
            </p:cNvPicPr>
            <p:nvPr userDrawn="1"/>
          </p:nvPicPr>
          <p:blipFill>
            <a:blip r:embed="rId8"/>
            <a:srcRect/>
            <a:stretch/>
          </p:blipFill>
          <p:spPr>
            <a:xfrm>
              <a:off x="-21172964" y="-16191931"/>
              <a:ext cx="1217641" cy="1217641"/>
            </a:xfrm>
            <a:prstGeom prst="rect">
              <a:avLst/>
            </a:prstGeom>
          </p:spPr>
        </p:pic>
        <p:pic>
          <p:nvPicPr>
            <p:cNvPr id="22" name="1016507 1" descr="preencoded.png">
              <a:extLst>
                <a:ext uri="{FF2B5EF4-FFF2-40B4-BE49-F238E27FC236}">
                  <a16:creationId xmlns:a16="http://schemas.microsoft.com/office/drawing/2014/main" id="{183E87C1-6032-8D0B-E52D-76D67105E67D}"/>
                </a:ext>
              </a:extLst>
            </p:cNvPr>
            <p:cNvPicPr>
              <a:picLocks noChangeAspect="1"/>
            </p:cNvPicPr>
            <p:nvPr userDrawn="1"/>
          </p:nvPicPr>
          <p:blipFill>
            <a:blip r:embed="rId9"/>
            <a:srcRect/>
            <a:stretch/>
          </p:blipFill>
          <p:spPr>
            <a:xfrm>
              <a:off x="-17575213" y="-24166234"/>
              <a:ext cx="1076325" cy="1076325"/>
            </a:xfrm>
            <a:prstGeom prst="rect">
              <a:avLst/>
            </a:prstGeom>
          </p:spPr>
        </p:pic>
        <p:pic>
          <p:nvPicPr>
            <p:cNvPr id="23" name="Mask group" descr="preencoded.png">
              <a:extLst>
                <a:ext uri="{FF2B5EF4-FFF2-40B4-BE49-F238E27FC236}">
                  <a16:creationId xmlns:a16="http://schemas.microsoft.com/office/drawing/2014/main" id="{9C3E8273-B9B7-B245-43AB-26D2EB8727DF}"/>
                </a:ext>
              </a:extLst>
            </p:cNvPr>
            <p:cNvPicPr>
              <a:picLocks noChangeAspect="1"/>
            </p:cNvPicPr>
            <p:nvPr userDrawn="1"/>
          </p:nvPicPr>
          <p:blipFill>
            <a:blip r:embed="rId10">
              <a:extLst>
                <a:ext uri="{96DAC541-7B7A-43D3-8B79-37D633B846F1}">
                  <asvg:svgBlip xmlns:asvg="http://schemas.microsoft.com/office/drawing/2016/SVG/main" r:embed="rId11"/>
                </a:ext>
              </a:extLst>
            </a:blip>
            <a:srcRect/>
            <a:stretch/>
          </p:blipFill>
          <p:spPr>
            <a:xfrm>
              <a:off x="-23266400" y="-21597021"/>
              <a:ext cx="18288000" cy="4986730"/>
            </a:xfrm>
            <a:prstGeom prst="rect">
              <a:avLst/>
            </a:prstGeom>
          </p:spPr>
        </p:pic>
        <p:pic>
          <p:nvPicPr>
            <p:cNvPr id="24" name="Rectangle 5" descr="preencoded.png">
              <a:extLst>
                <a:ext uri="{FF2B5EF4-FFF2-40B4-BE49-F238E27FC236}">
                  <a16:creationId xmlns:a16="http://schemas.microsoft.com/office/drawing/2014/main" id="{D7CACBAE-A715-A549-B783-DDD493280556}"/>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11036300" y="-24431625"/>
              <a:ext cx="5067301" cy="1066800"/>
            </a:xfrm>
            <a:prstGeom prst="rect">
              <a:avLst/>
            </a:prstGeom>
          </p:spPr>
        </p:pic>
        <p:grpSp>
          <p:nvGrpSpPr>
            <p:cNvPr id="25" name="Group 24">
              <a:extLst>
                <a:ext uri="{FF2B5EF4-FFF2-40B4-BE49-F238E27FC236}">
                  <a16:creationId xmlns:a16="http://schemas.microsoft.com/office/drawing/2014/main" id="{5E1C27F1-0982-E0D1-6D17-F65F142C6A69}"/>
                </a:ext>
              </a:extLst>
            </p:cNvPr>
            <p:cNvGrpSpPr/>
            <p:nvPr userDrawn="1"/>
          </p:nvGrpSpPr>
          <p:grpSpPr>
            <a:xfrm>
              <a:off x="-17064513" y="-20922553"/>
              <a:ext cx="5884227" cy="3592236"/>
              <a:chOff x="10718800" y="3536983"/>
              <a:chExt cx="5079063" cy="3100695"/>
            </a:xfrm>
          </p:grpSpPr>
          <p:sp>
            <p:nvSpPr>
              <p:cNvPr id="26" name="TextBox 25">
                <a:extLst>
                  <a:ext uri="{FF2B5EF4-FFF2-40B4-BE49-F238E27FC236}">
                    <a16:creationId xmlns:a16="http://schemas.microsoft.com/office/drawing/2014/main" id="{290AF2D7-BD18-841F-5357-551A384EF71A}"/>
                  </a:ext>
                </a:extLst>
              </p:cNvPr>
              <p:cNvSpPr txBox="1"/>
              <p:nvPr/>
            </p:nvSpPr>
            <p:spPr>
              <a:xfrm>
                <a:off x="10718800" y="3536983"/>
                <a:ext cx="5079063" cy="1569660"/>
              </a:xfrm>
              <a:prstGeom prst="rect">
                <a:avLst/>
              </a:prstGeom>
              <a:noFill/>
            </p:spPr>
            <p:txBody>
              <a:bodyPr wrap="square">
                <a:spAutoFit/>
              </a:bodyPr>
              <a:lstStyle>
                <a:defPPr>
                  <a:defRPr lang="en-US"/>
                </a:defPPr>
                <a:lvl1pPr algn="ctr">
                  <a:lnSpc>
                    <a:spcPct val="100000"/>
                  </a:lnSpc>
                  <a:defRPr sz="4000" b="1">
                    <a:solidFill>
                      <a:srgbClr val="231F20"/>
                    </a:solidFill>
                    <a:effectLst>
                      <a:glow rad="101600">
                        <a:schemeClr val="bg1">
                          <a:alpha val="60000"/>
                        </a:schemeClr>
                      </a:glow>
                    </a:effectLst>
                    <a:latin typeface="Hind Siliguri" panose="02000000000000000000" pitchFamily="2" charset="0"/>
                    <a:cs typeface="Hind Siliguri" panose="02000000000000000000" pitchFamily="2" charset="0"/>
                  </a:defRPr>
                </a:lvl1pPr>
              </a:lstStyle>
              <a:p>
                <a:pPr lvl="0"/>
                <a:r>
                  <a:rPr lang="en-US" sz="9600" dirty="0" err="1">
                    <a:solidFill>
                      <a:schemeClr val="lt1"/>
                    </a:solidFill>
                    <a:effectLst/>
                  </a:rPr>
                  <a:t>ধন্যবাদ</a:t>
                </a:r>
                <a:r>
                  <a:rPr lang="en-US" sz="8800" dirty="0">
                    <a:solidFill>
                      <a:schemeClr val="lt1"/>
                    </a:solidFill>
                    <a:effectLst/>
                    <a:latin typeface="Li Ador Noirrit" pitchFamily="2" charset="0"/>
                    <a:cs typeface="Li Ador Noirrit" pitchFamily="2" charset="0"/>
                  </a:rPr>
                  <a:t>!</a:t>
                </a:r>
                <a:endParaRPr lang="en-US" sz="8800" b="1" dirty="0">
                  <a:solidFill>
                    <a:schemeClr val="lt1"/>
                  </a:solidFill>
                  <a:effectLst/>
                  <a:latin typeface="Li Ador Noirrit" pitchFamily="2" charset="0"/>
                  <a:cs typeface="Li Ador Noirrit" pitchFamily="2" charset="0"/>
                </a:endParaRPr>
              </a:p>
            </p:txBody>
          </p:sp>
          <p:sp>
            <p:nvSpPr>
              <p:cNvPr id="27" name="TextBox 26">
                <a:extLst>
                  <a:ext uri="{FF2B5EF4-FFF2-40B4-BE49-F238E27FC236}">
                    <a16:creationId xmlns:a16="http://schemas.microsoft.com/office/drawing/2014/main" id="{CF13A423-1F98-40A1-9540-22F092D35573}"/>
                  </a:ext>
                </a:extLst>
              </p:cNvPr>
              <p:cNvSpPr txBox="1"/>
              <p:nvPr/>
            </p:nvSpPr>
            <p:spPr>
              <a:xfrm>
                <a:off x="10718800" y="5044188"/>
                <a:ext cx="5079063" cy="597740"/>
              </a:xfrm>
              <a:prstGeom prst="rect">
                <a:avLst/>
              </a:prstGeom>
              <a:noFill/>
            </p:spPr>
            <p:txBody>
              <a:bodyPr wrap="square" rtlCol="0">
                <a:spAutoFit/>
              </a:bodyPr>
              <a:lstStyle/>
              <a:p>
                <a:pPr algn="ctr">
                  <a:lnSpc>
                    <a:spcPct val="120000"/>
                  </a:lnSpc>
                </a:pPr>
                <a:r>
                  <a:rPr lang="en-US" sz="2000" b="1" dirty="0" err="1">
                    <a:solidFill>
                      <a:schemeClr val="lt1"/>
                    </a:solidFill>
                    <a:latin typeface="Hind Siliguri" panose="02000000000000000000" pitchFamily="2" charset="0"/>
                    <a:cs typeface="Hind Siliguri" panose="02000000000000000000" pitchFamily="2" charset="0"/>
                  </a:rPr>
                  <a:t>কোর্স</a:t>
                </a:r>
                <a:r>
                  <a:rPr lang="en-US" sz="2000" b="1" dirty="0">
                    <a:solidFill>
                      <a:schemeClr val="lt1"/>
                    </a:solidFill>
                    <a:latin typeface="Hind Siliguri" panose="02000000000000000000" pitchFamily="2" charset="0"/>
                    <a:cs typeface="Hind Siliguri" panose="02000000000000000000" pitchFamily="2" charset="0"/>
                  </a:rPr>
                  <a:t> </a:t>
                </a:r>
                <a:r>
                  <a:rPr lang="en-US" sz="2000" b="1" dirty="0" err="1">
                    <a:solidFill>
                      <a:schemeClr val="lt1"/>
                    </a:solidFill>
                    <a:latin typeface="Hind Siliguri" panose="02000000000000000000" pitchFamily="2" charset="0"/>
                    <a:cs typeface="Hind Siliguri" panose="02000000000000000000" pitchFamily="2" charset="0"/>
                  </a:rPr>
                  <a:t>সম্পর্কিত</a:t>
                </a:r>
                <a:r>
                  <a:rPr lang="en-US" sz="2000" b="1" dirty="0">
                    <a:solidFill>
                      <a:schemeClr val="lt1"/>
                    </a:solidFill>
                    <a:latin typeface="Hind Siliguri" panose="02000000000000000000" pitchFamily="2" charset="0"/>
                    <a:cs typeface="Hind Siliguri" panose="02000000000000000000" pitchFamily="2" charset="0"/>
                  </a:rPr>
                  <a:t> </a:t>
                </a:r>
                <a:r>
                  <a:rPr lang="en-US" sz="2000" b="1" dirty="0" err="1">
                    <a:solidFill>
                      <a:schemeClr val="lt1"/>
                    </a:solidFill>
                    <a:latin typeface="Hind Siliguri" panose="02000000000000000000" pitchFamily="2" charset="0"/>
                    <a:cs typeface="Hind Siliguri" panose="02000000000000000000" pitchFamily="2" charset="0"/>
                  </a:rPr>
                  <a:t>যেকোনো</a:t>
                </a:r>
                <a:r>
                  <a:rPr lang="en-US" sz="2000" b="1" dirty="0">
                    <a:solidFill>
                      <a:schemeClr val="lt1"/>
                    </a:solidFill>
                    <a:latin typeface="Hind Siliguri" panose="02000000000000000000" pitchFamily="2" charset="0"/>
                    <a:cs typeface="Hind Siliguri" panose="02000000000000000000" pitchFamily="2" charset="0"/>
                  </a:rPr>
                  <a:t> </a:t>
                </a:r>
                <a:r>
                  <a:rPr lang="en-US" sz="2000" b="1" dirty="0" err="1">
                    <a:solidFill>
                      <a:schemeClr val="lt1"/>
                    </a:solidFill>
                    <a:latin typeface="Hind Siliguri" panose="02000000000000000000" pitchFamily="2" charset="0"/>
                    <a:cs typeface="Hind Siliguri" panose="02000000000000000000" pitchFamily="2" charset="0"/>
                  </a:rPr>
                  <a:t>জিজ্ঞাসায়</a:t>
                </a:r>
                <a:r>
                  <a:rPr lang="en-US" sz="2000" b="1" dirty="0">
                    <a:solidFill>
                      <a:schemeClr val="lt1"/>
                    </a:solidFill>
                    <a:latin typeface="Hind Siliguri" panose="02000000000000000000" pitchFamily="2" charset="0"/>
                    <a:cs typeface="Hind Siliguri" panose="02000000000000000000" pitchFamily="2" charset="0"/>
                  </a:rPr>
                  <a:t>,</a:t>
                </a:r>
                <a:endParaRPr lang="as-IN" sz="2000" b="1" dirty="0">
                  <a:solidFill>
                    <a:schemeClr val="lt1"/>
                  </a:solidFill>
                  <a:latin typeface="Hind Siliguri" panose="02000000000000000000" pitchFamily="2" charset="0"/>
                  <a:cs typeface="Hind Siliguri" panose="02000000000000000000" pitchFamily="2" charset="0"/>
                </a:endParaRPr>
              </a:p>
            </p:txBody>
          </p:sp>
          <p:grpSp>
            <p:nvGrpSpPr>
              <p:cNvPr id="28" name="Group 27">
                <a:extLst>
                  <a:ext uri="{FF2B5EF4-FFF2-40B4-BE49-F238E27FC236}">
                    <a16:creationId xmlns:a16="http://schemas.microsoft.com/office/drawing/2014/main" id="{357AE6F0-87FB-14DB-727E-FDBC68442B9B}"/>
                  </a:ext>
                </a:extLst>
              </p:cNvPr>
              <p:cNvGrpSpPr/>
              <p:nvPr/>
            </p:nvGrpSpPr>
            <p:grpSpPr>
              <a:xfrm>
                <a:off x="10718800" y="5819546"/>
                <a:ext cx="5079063" cy="818132"/>
                <a:chOff x="4476760" y="3766251"/>
                <a:chExt cx="3238480" cy="521652"/>
              </a:xfrm>
            </p:grpSpPr>
            <p:pic>
              <p:nvPicPr>
                <p:cNvPr id="29" name="Picture 28">
                  <a:extLst>
                    <a:ext uri="{FF2B5EF4-FFF2-40B4-BE49-F238E27FC236}">
                      <a16:creationId xmlns:a16="http://schemas.microsoft.com/office/drawing/2014/main" id="{97B2E971-9FE7-655E-36CA-DE4A1E196B7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476760" y="3766251"/>
                  <a:ext cx="3238480" cy="521652"/>
                </a:xfrm>
                <a:prstGeom prst="rect">
                  <a:avLst/>
                </a:prstGeom>
              </p:spPr>
            </p:pic>
            <p:grpSp>
              <p:nvGrpSpPr>
                <p:cNvPr id="30" name="Group 29">
                  <a:extLst>
                    <a:ext uri="{FF2B5EF4-FFF2-40B4-BE49-F238E27FC236}">
                      <a16:creationId xmlns:a16="http://schemas.microsoft.com/office/drawing/2014/main" id="{AB5D7B9B-A38E-E79A-BFFA-C0E03387616B}"/>
                    </a:ext>
                  </a:extLst>
                </p:cNvPr>
                <p:cNvGrpSpPr/>
                <p:nvPr/>
              </p:nvGrpSpPr>
              <p:grpSpPr>
                <a:xfrm>
                  <a:off x="4476760" y="3766251"/>
                  <a:ext cx="1416834" cy="521652"/>
                  <a:chOff x="4476760" y="4333324"/>
                  <a:chExt cx="1416834" cy="521652"/>
                </a:xfrm>
              </p:grpSpPr>
              <p:sp>
                <p:nvSpPr>
                  <p:cNvPr id="31" name="Rectangle 30">
                    <a:extLst>
                      <a:ext uri="{FF2B5EF4-FFF2-40B4-BE49-F238E27FC236}">
                        <a16:creationId xmlns:a16="http://schemas.microsoft.com/office/drawing/2014/main" id="{8C4D9CF3-715D-3C62-3F3D-7FAF1149AC35}"/>
                      </a:ext>
                    </a:extLst>
                  </p:cNvPr>
                  <p:cNvSpPr/>
                  <p:nvPr/>
                </p:nvSpPr>
                <p:spPr>
                  <a:xfrm>
                    <a:off x="4476760" y="4333324"/>
                    <a:ext cx="1416834" cy="52165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231F20"/>
                      </a:solidFill>
                      <a:latin typeface="Hind Siliguri" panose="02000000000000000000" pitchFamily="2" charset="0"/>
                      <a:cs typeface="Hind Siliguri" panose="02000000000000000000" pitchFamily="2" charset="0"/>
                    </a:endParaRPr>
                  </a:p>
                </p:txBody>
              </p:sp>
              <p:sp>
                <p:nvSpPr>
                  <p:cNvPr id="32" name="TextBox 31">
                    <a:extLst>
                      <a:ext uri="{FF2B5EF4-FFF2-40B4-BE49-F238E27FC236}">
                        <a16:creationId xmlns:a16="http://schemas.microsoft.com/office/drawing/2014/main" id="{DDF650BC-E50A-92AD-9973-E82395ED0E57}"/>
                      </a:ext>
                    </a:extLst>
                  </p:cNvPr>
                  <p:cNvSpPr txBox="1"/>
                  <p:nvPr/>
                </p:nvSpPr>
                <p:spPr>
                  <a:xfrm>
                    <a:off x="4552747" y="4405487"/>
                    <a:ext cx="1245544" cy="431944"/>
                  </a:xfrm>
                  <a:prstGeom prst="rect">
                    <a:avLst/>
                  </a:prstGeom>
                  <a:noFill/>
                </p:spPr>
                <p:txBody>
                  <a:bodyPr wrap="none" rtlCol="0" anchor="ctr">
                    <a:spAutoFit/>
                  </a:bodyPr>
                  <a:lstStyle/>
                  <a:p>
                    <a:pPr algn="ctr"/>
                    <a:r>
                      <a:rPr lang="bn-IN" sz="2800" b="1" dirty="0">
                        <a:latin typeface="Hind Siliguri" panose="02000000000000000000" pitchFamily="2" charset="0"/>
                        <a:cs typeface="Hind Siliguri" panose="02000000000000000000" pitchFamily="2" charset="0"/>
                      </a:rPr>
                      <a:t>কল করো</a:t>
                    </a:r>
                    <a:endParaRPr lang="en-US" sz="2800" b="1" dirty="0">
                      <a:latin typeface="Hind Siliguri" panose="02000000000000000000" pitchFamily="2" charset="0"/>
                      <a:cs typeface="Hind Siliguri" panose="02000000000000000000" pitchFamily="2" charset="0"/>
                    </a:endParaRPr>
                  </a:p>
                </p:txBody>
              </p:sp>
            </p:grpSp>
          </p:grpSp>
        </p:grpSp>
        <p:grpSp>
          <p:nvGrpSpPr>
            <p:cNvPr id="33" name="Group 32">
              <a:extLst>
                <a:ext uri="{FF2B5EF4-FFF2-40B4-BE49-F238E27FC236}">
                  <a16:creationId xmlns:a16="http://schemas.microsoft.com/office/drawing/2014/main" id="{B5099DC6-06B7-1DA2-453F-2D7EDC879849}"/>
                </a:ext>
              </a:extLst>
            </p:cNvPr>
            <p:cNvGrpSpPr/>
            <p:nvPr userDrawn="1"/>
          </p:nvGrpSpPr>
          <p:grpSpPr>
            <a:xfrm>
              <a:off x="-10646705" y="-24211000"/>
              <a:ext cx="4315755" cy="766666"/>
              <a:chOff x="12619695" y="913226"/>
              <a:chExt cx="4315755" cy="766666"/>
            </a:xfrm>
          </p:grpSpPr>
          <p:pic>
            <p:nvPicPr>
              <p:cNvPr id="34" name="Picture 33">
                <a:extLst>
                  <a:ext uri="{FF2B5EF4-FFF2-40B4-BE49-F238E27FC236}">
                    <a16:creationId xmlns:a16="http://schemas.microsoft.com/office/drawing/2014/main" id="{77413B17-0EEC-5FAA-857B-8D15F4F61F6A}"/>
                  </a:ext>
                </a:extLst>
              </p:cNvPr>
              <p:cNvPicPr>
                <a:picLocks noChangeAspect="1"/>
              </p:cNvPicPr>
              <p:nvPr userDrawn="1"/>
            </p:nvPicPr>
            <p:blipFill>
              <a:blip r:embed="rId15"/>
              <a:stretch>
                <a:fillRect/>
              </a:stretch>
            </p:blipFill>
            <p:spPr>
              <a:xfrm>
                <a:off x="13832845" y="1146493"/>
                <a:ext cx="1286591" cy="533399"/>
              </a:xfrm>
              <a:prstGeom prst="rect">
                <a:avLst/>
              </a:prstGeom>
            </p:spPr>
          </p:pic>
          <p:pic>
            <p:nvPicPr>
              <p:cNvPr id="35" name="Picture 34">
                <a:extLst>
                  <a:ext uri="{FF2B5EF4-FFF2-40B4-BE49-F238E27FC236}">
                    <a16:creationId xmlns:a16="http://schemas.microsoft.com/office/drawing/2014/main" id="{B12AC91B-0A66-87A3-784F-88BBC8E4D879}"/>
                  </a:ext>
                </a:extLst>
              </p:cNvPr>
              <p:cNvPicPr>
                <a:picLocks noChangeAspect="1"/>
              </p:cNvPicPr>
              <p:nvPr userDrawn="1"/>
            </p:nvPicPr>
            <p:blipFill>
              <a:blip r:embed="rId16"/>
              <a:stretch>
                <a:fillRect/>
              </a:stretch>
            </p:blipFill>
            <p:spPr>
              <a:xfrm>
                <a:off x="12619695" y="913226"/>
                <a:ext cx="1213150" cy="611738"/>
              </a:xfrm>
              <a:prstGeom prst="rect">
                <a:avLst/>
              </a:prstGeom>
            </p:spPr>
          </p:pic>
          <p:pic>
            <p:nvPicPr>
              <p:cNvPr id="36" name="10MS-White 12" descr="preencoded.png">
                <a:extLst>
                  <a:ext uri="{FF2B5EF4-FFF2-40B4-BE49-F238E27FC236}">
                    <a16:creationId xmlns:a16="http://schemas.microsoft.com/office/drawing/2014/main" id="{CC749B38-42E8-6E3E-038D-7B498653F974}"/>
                  </a:ext>
                </a:extLst>
              </p:cNvPr>
              <p:cNvPicPr>
                <a:picLocks noChangeAspect="1"/>
              </p:cNvPicPr>
              <p:nvPr userDrawn="1"/>
            </p:nvPicPr>
            <p:blipFill>
              <a:blip r:embed="rId17"/>
              <a:srcRect/>
              <a:stretch/>
            </p:blipFill>
            <p:spPr>
              <a:xfrm>
                <a:off x="14958060" y="974863"/>
                <a:ext cx="1977390" cy="550101"/>
              </a:xfrm>
              <a:prstGeom prst="rect">
                <a:avLst/>
              </a:prstGeom>
            </p:spPr>
          </p:pic>
        </p:grpSp>
      </p:grpSp>
    </p:spTree>
    <p:extLst>
      <p:ext uri="{BB962C8B-B14F-4D97-AF65-F5344CB8AC3E}">
        <p14:creationId xmlns:p14="http://schemas.microsoft.com/office/powerpoint/2010/main" val="328562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Slide 16:9 - 174" descr="preencoded.png">
            <a:extLst>
              <a:ext uri="{FF2B5EF4-FFF2-40B4-BE49-F238E27FC236}">
                <a16:creationId xmlns:a16="http://schemas.microsoft.com/office/drawing/2014/main" id="{AC42B852-EB25-E5C7-A85C-51E0E1A972E3}"/>
              </a:ext>
            </a:extLst>
          </p:cNvPr>
          <p:cNvPicPr>
            <a:picLocks noChangeAspect="1"/>
          </p:cNvPicPr>
          <p:nvPr/>
        </p:nvPicPr>
        <p:blipFill>
          <a:blip r:embed="rId12"/>
          <a:srcRect/>
          <a:stretch/>
        </p:blipFill>
        <p:spPr>
          <a:xfrm>
            <a:off x="0" y="0"/>
            <a:ext cx="12192000" cy="6858000"/>
          </a:xfrm>
          <a:prstGeom prst="rect">
            <a:avLst/>
          </a:prstGeom>
        </p:spPr>
      </p:pic>
    </p:spTree>
    <p:extLst>
      <p:ext uri="{BB962C8B-B14F-4D97-AF65-F5344CB8AC3E}">
        <p14:creationId xmlns:p14="http://schemas.microsoft.com/office/powerpoint/2010/main" val="2629322029"/>
      </p:ext>
    </p:extLst>
  </p:cSld>
  <p:clrMap bg1="lt1" tx1="dk1" bg2="lt2" tx2="dk2" accent1="accent1" accent2="accent2" accent3="accent3" accent4="accent4" accent5="accent5" accent6="accent6" hlink="hlink" folHlink="folHlink"/>
  <p:sldLayoutIdLst>
    <p:sldLayoutId id="2147483663" r:id="rId1"/>
    <p:sldLayoutId id="2147483687" r:id="rId2"/>
    <p:sldLayoutId id="2147483688" r:id="rId3"/>
    <p:sldLayoutId id="2147483666" r:id="rId4"/>
    <p:sldLayoutId id="2147483668" r:id="rId5"/>
    <p:sldLayoutId id="2147483667" r:id="rId6"/>
    <p:sldLayoutId id="2147483665" r:id="rId7"/>
    <p:sldLayoutId id="2147483674" r:id="rId8"/>
    <p:sldLayoutId id="2147483675" r:id="rId9"/>
    <p:sldLayoutId id="214748366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685800"/>
            <a:ext cx="5349240" cy="443484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60120"/>
            <a:ext cx="4754880" cy="1097280"/>
          </a:xfrm>
          <a:prstGeom prst="rect">
            <a:avLst/>
          </a:prstGeom>
          <a:noFill/>
        </p:spPr>
        <p:txBody>
          <a:bodyPr wrap="square">
            <a:spAutoFit/>
          </a:bodyPr>
          <a:lstStyle/>
          <a:p>
            <a:pPr>
              <a:defRPr sz="3000" b="1">
                <a:solidFill>
                  <a:srgbClr val="FFFFFF"/>
                </a:solidFill>
                <a:latin typeface="Noto Sans Bengali"/>
              </a:defRPr>
            </a:pPr>
            <a:r>
              <a:t>Assessment Round</a:t>
            </a:r>
            <a:br/>
            <a:r>
              <a:t>10 Minute School</a:t>
            </a:r>
          </a:p>
        </p:txBody>
      </p:sp>
      <p:sp>
        <p:nvSpPr>
          <p:cNvPr id="4" name="TextBox 3"/>
          <p:cNvSpPr txBox="1"/>
          <p:nvPr/>
        </p:nvSpPr>
        <p:spPr>
          <a:xfrm>
            <a:off x="822960" y="2331720"/>
            <a:ext cx="4663440" cy="822960"/>
          </a:xfrm>
          <a:prstGeom prst="rect">
            <a:avLst/>
          </a:prstGeom>
          <a:noFill/>
        </p:spPr>
        <p:txBody>
          <a:bodyPr wrap="square">
            <a:spAutoFit/>
          </a:bodyPr>
          <a:lstStyle/>
          <a:p>
            <a:pPr>
              <a:defRPr sz="2400" b="1">
                <a:solidFill>
                  <a:srgbClr val="BEFFD2"/>
                </a:solidFill>
                <a:latin typeface="Noto Sans Bengali"/>
              </a:defRPr>
            </a:pPr>
            <a:r>
              <a:t>Automated Question Extraction</a:t>
            </a:r>
            <a:br/>
            <a:r>
              <a:t>&amp; Content Conversion</a:t>
            </a:r>
          </a:p>
        </p:txBody>
      </p:sp>
      <p:sp>
        <p:nvSpPr>
          <p:cNvPr id="5" name="TextBox 4"/>
          <p:cNvSpPr txBox="1"/>
          <p:nvPr/>
        </p:nvSpPr>
        <p:spPr>
          <a:xfrm>
            <a:off x="822960" y="3657600"/>
            <a:ext cx="4663440" cy="548640"/>
          </a:xfrm>
          <a:prstGeom prst="rect">
            <a:avLst/>
          </a:prstGeom>
          <a:noFill/>
        </p:spPr>
        <p:txBody>
          <a:bodyPr wrap="square">
            <a:spAutoFit/>
          </a:bodyPr>
          <a:lstStyle/>
          <a:p>
            <a:pPr>
              <a:defRPr sz="1800" b="0">
                <a:solidFill>
                  <a:srgbClr val="FFFFFF"/>
                </a:solidFill>
                <a:latin typeface="Noto Sans Bengali"/>
              </a:defRPr>
            </a:pPr>
            <a:r>
              <a:t>Generated automatically from the provided content file.</a:t>
            </a:r>
          </a:p>
        </p:txBody>
      </p:sp>
      <p:sp>
        <p:nvSpPr>
          <p:cNvPr id="6" name="TextBox 5"/>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Generated by Python Automation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1</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Energy currency ency শব্দটি শব্দটি কোন কোষ অঙ্গাণুর সাথে সম্পর্কিত? [ব. বো. ২০১৯]</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0">
                <a:solidFill>
                  <a:srgbClr val="FFFFFF"/>
                </a:solidFill>
                <a:latin typeface="Noto Sans Bengali"/>
              </a:defRPr>
            </a:pPr>
            <a:r>
              <a:t>• ক) গলগি বস্তু</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1">
                <a:solidFill>
                  <a:srgbClr val="BEFFD2"/>
                </a:solidFill>
                <a:latin typeface="Noto Sans Bengali"/>
              </a:defRPr>
            </a:pPr>
            <a:r>
              <a:t>✅ খ) মাইটোকন্ড্রিয়ন</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0">
                <a:solidFill>
                  <a:srgbClr val="FFFFFF"/>
                </a:solidFill>
                <a:latin typeface="Noto Sans Bengali"/>
              </a:defRPr>
            </a:pPr>
            <a:r>
              <a:t>• গ) নিউক্লিয়াস</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রাইবোসোম</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খ</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2</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কোষের শক্তি উৎপাদনকারী অঙ্গাণু কোনটি? [সি. বো ২০১৭]</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0">
                <a:solidFill>
                  <a:srgbClr val="FFFFFF"/>
                </a:solidFill>
                <a:latin typeface="Noto Sans Bengali"/>
              </a:defRPr>
            </a:pPr>
            <a:r>
              <a:t>• ক) ক্লোরোপ্লাস্ট</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রাইবোজোম</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1">
                <a:solidFill>
                  <a:srgbClr val="BEFFD2"/>
                </a:solidFill>
                <a:latin typeface="Noto Sans Bengali"/>
              </a:defRPr>
            </a:pPr>
            <a:r>
              <a:t>✅ গ) মাইটোকন্ড্রিয়া</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গলজি বস্তু</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গ</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3</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ক্রেবস চক্র কোষের কোন অঙ্গাণুতে সম্পন্ন হয়? [ঢা. বো. ২০১৬]</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1">
                <a:solidFill>
                  <a:srgbClr val="BEFFD2"/>
                </a:solidFill>
                <a:latin typeface="Noto Sans Bengali"/>
              </a:defRPr>
            </a:pPr>
            <a:r>
              <a:t>✅ ক) মাইটোকন্ড্রিয়াতে</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নিউক্লিয়াসে</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0">
                <a:solidFill>
                  <a:srgbClr val="FFFFFF"/>
                </a:solidFill>
                <a:latin typeface="Noto Sans Bengali"/>
              </a:defRPr>
            </a:pPr>
            <a:r>
              <a:t>• গ) গলজি বস্তুতে</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রাইবোজোমে</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ক</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4</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অক্সিডেটিভ ফসফফোরাইলেশন সংঘটিত হয়- [য. বো. ২০১৬]</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0">
                <a:solidFill>
                  <a:srgbClr val="FFFFFF"/>
                </a:solidFill>
                <a:latin typeface="Noto Sans Bengali"/>
              </a:defRPr>
            </a:pPr>
            <a:r>
              <a:t>• ক) সাইটোপ্লাজমে</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রাইবোজোমে</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0">
                <a:solidFill>
                  <a:srgbClr val="FFFFFF"/>
                </a:solidFill>
                <a:latin typeface="Noto Sans Bengali"/>
              </a:defRPr>
            </a:pPr>
            <a:r>
              <a:t>• গ) ক্লোরোপ্লাস্টে</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1">
                <a:solidFill>
                  <a:srgbClr val="BEFFD2"/>
                </a:solidFill>
                <a:latin typeface="Noto Sans Bengali"/>
              </a:defRPr>
            </a:pPr>
            <a:r>
              <a:t>✅ ঘ) মাইটোকন্ড্রিয়নে</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ঘ</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5</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নিচের কোনটিতে কোয়ান্টোসোম পাওয়া যায়? [সি. বো. ২০১৯]</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0">
                <a:solidFill>
                  <a:srgbClr val="FFFFFF"/>
                </a:solidFill>
                <a:latin typeface="Noto Sans Bengali"/>
              </a:defRPr>
            </a:pPr>
            <a:r>
              <a:t>• ক) রাইবোসোম</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গলগি বস্তু</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1">
                <a:solidFill>
                  <a:srgbClr val="BEFFD2"/>
                </a:solidFill>
                <a:latin typeface="Noto Sans Bengali"/>
              </a:defRPr>
            </a:pPr>
            <a:r>
              <a:t>✅ গ) ক্লোরোপ্লাস্ট</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মাইটোকন্ড্রিয়ন</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গ</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6</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থাইলাকয়েড কোষের কোন অঙ্গাণুতে থাকে? [ঢা. বো. ২০১৬]</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0">
                <a:solidFill>
                  <a:srgbClr val="FFFFFF"/>
                </a:solidFill>
                <a:latin typeface="Noto Sans Bengali"/>
              </a:defRPr>
            </a:pPr>
            <a:r>
              <a:t>• ক) মাইটোকন্ড্রিয়ায়</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রাইবোজোমে</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1">
                <a:solidFill>
                  <a:srgbClr val="BEFFD2"/>
                </a:solidFill>
                <a:latin typeface="Noto Sans Bengali"/>
              </a:defRPr>
            </a:pPr>
            <a:r>
              <a:t>✅ গ) ক্লোরোপ্লাস্টে</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লাইসোজোমে</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গ</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7</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শক্তি রূপান্তরের সাথে জড়িত অঙ্গাণু কোনটি? [কু.বো ২০১৬]</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0">
                <a:solidFill>
                  <a:srgbClr val="FFFFFF"/>
                </a:solidFill>
                <a:latin typeface="Noto Sans Bengali"/>
              </a:defRPr>
            </a:pPr>
            <a:r>
              <a:t>• ক) রাইবোজোম</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1">
                <a:solidFill>
                  <a:srgbClr val="BEFFD2"/>
                </a:solidFill>
                <a:latin typeface="Noto Sans Bengali"/>
              </a:defRPr>
            </a:pPr>
            <a:r>
              <a:t>✅ খ) ক্লোরোপ্লাস্ট</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0">
                <a:solidFill>
                  <a:srgbClr val="FFFFFF"/>
                </a:solidFill>
                <a:latin typeface="Noto Sans Bengali"/>
              </a:defRPr>
            </a:pPr>
            <a:r>
              <a:t>• গ) লাইসোজোম</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গলজি বস্তু</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খ</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8</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নিউক্লিয়াসের উপাদান কোনটি?[ঢা. বো. ২০১৬]</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1">
                <a:solidFill>
                  <a:srgbClr val="BEFFD2"/>
                </a:solidFill>
                <a:latin typeface="Noto Sans Bengali"/>
              </a:defRPr>
            </a:pPr>
            <a:r>
              <a:t>✅ ক) ক্রোমোসোম</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লাইসোজোম</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0">
                <a:solidFill>
                  <a:srgbClr val="FFFFFF"/>
                </a:solidFill>
                <a:latin typeface="Noto Sans Bengali"/>
              </a:defRPr>
            </a:pPr>
            <a:r>
              <a:t>• গ) রাইবোজোম</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সেট্রোজোম</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ক</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9</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ATC যদি DNA-এর অনুক্রম হয়, তাহলে উৎপন্ন mRNA- এর অনুক্রম হবে- [ব. বো. ২০১৭]</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1">
                <a:solidFill>
                  <a:srgbClr val="BEFFD2"/>
                </a:solidFill>
                <a:latin typeface="Noto Sans Bengali"/>
              </a:defRPr>
            </a:pPr>
            <a:r>
              <a:t>✅ ক) TAG</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UAG</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0">
                <a:solidFill>
                  <a:srgbClr val="FFFFFF"/>
                </a:solidFill>
                <a:latin typeface="Noto Sans Bengali"/>
              </a:defRPr>
            </a:pPr>
            <a:r>
              <a:t>• গ) UUG</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TAC</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ক</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2286000" cy="411480"/>
          </a:xfrm>
          <a:prstGeom prst="rect">
            <a:avLst/>
          </a:prstGeom>
          <a:noFill/>
        </p:spPr>
        <p:txBody>
          <a:bodyPr wrap="square">
            <a:spAutoFit/>
          </a:bodyPr>
          <a:lstStyle/>
          <a:p>
            <a:pPr>
              <a:defRPr sz="2600" b="1">
                <a:solidFill>
                  <a:srgbClr val="FFE066"/>
                </a:solidFill>
                <a:latin typeface="Noto Sans Bengali"/>
              </a:defRPr>
            </a:pPr>
            <a:r>
              <a:t>MCQ 10</a:t>
            </a:r>
          </a:p>
        </p:txBody>
      </p:sp>
      <p:sp>
        <p:nvSpPr>
          <p:cNvPr id="4" name="TextBox 3"/>
          <p:cNvSpPr txBox="1"/>
          <p:nvPr/>
        </p:nvSpPr>
        <p:spPr>
          <a:xfrm>
            <a:off x="822960" y="1325880"/>
            <a:ext cx="4892040" cy="868680"/>
          </a:xfrm>
          <a:prstGeom prst="rect">
            <a:avLst/>
          </a:prstGeom>
          <a:noFill/>
        </p:spPr>
        <p:txBody>
          <a:bodyPr wrap="square">
            <a:spAutoFit/>
          </a:bodyPr>
          <a:lstStyle/>
          <a:p>
            <a:pPr>
              <a:defRPr sz="2000" b="1">
                <a:solidFill>
                  <a:srgbClr val="FFFFFF"/>
                </a:solidFill>
                <a:latin typeface="Noto Sans Bengali"/>
              </a:defRPr>
            </a:pPr>
            <a:r>
              <a:t>দ্বিসূত্রক নিউক্লিক অ্যাসিডের নাইট্রোজেনঘটিত ক্ষারকের ক্রম হললো- [কু. বো. ২০১৭]</a:t>
            </a:r>
          </a:p>
        </p:txBody>
      </p:sp>
      <p:sp>
        <p:nvSpPr>
          <p:cNvPr id="5" name="TextBox 4"/>
          <p:cNvSpPr txBox="1"/>
          <p:nvPr/>
        </p:nvSpPr>
        <p:spPr>
          <a:xfrm>
            <a:off x="960120" y="2423160"/>
            <a:ext cx="4754880" cy="411480"/>
          </a:xfrm>
          <a:prstGeom prst="rect">
            <a:avLst/>
          </a:prstGeom>
          <a:noFill/>
        </p:spPr>
        <p:txBody>
          <a:bodyPr wrap="square">
            <a:spAutoFit/>
          </a:bodyPr>
          <a:lstStyle/>
          <a:p>
            <a:pPr>
              <a:defRPr sz="1900" b="0">
                <a:solidFill>
                  <a:srgbClr val="FFFFFF"/>
                </a:solidFill>
                <a:latin typeface="Noto Sans Bengali"/>
              </a:defRPr>
            </a:pPr>
            <a:r>
              <a:t>• ক) ATGC</a:t>
            </a:r>
          </a:p>
        </p:txBody>
      </p:sp>
      <p:sp>
        <p:nvSpPr>
          <p:cNvPr id="6" name="TextBox 5"/>
          <p:cNvSpPr txBox="1"/>
          <p:nvPr/>
        </p:nvSpPr>
        <p:spPr>
          <a:xfrm>
            <a:off x="960120" y="2926080"/>
            <a:ext cx="4754880" cy="411480"/>
          </a:xfrm>
          <a:prstGeom prst="rect">
            <a:avLst/>
          </a:prstGeom>
          <a:noFill/>
        </p:spPr>
        <p:txBody>
          <a:bodyPr wrap="square">
            <a:spAutoFit/>
          </a:bodyPr>
          <a:lstStyle/>
          <a:p>
            <a:pPr>
              <a:defRPr sz="1900" b="0">
                <a:solidFill>
                  <a:srgbClr val="FFFFFF"/>
                </a:solidFill>
                <a:latin typeface="Noto Sans Bengali"/>
              </a:defRPr>
            </a:pPr>
            <a:r>
              <a:t>• খ) CAGT</a:t>
            </a:r>
          </a:p>
        </p:txBody>
      </p:sp>
      <p:sp>
        <p:nvSpPr>
          <p:cNvPr id="7" name="TextBox 6"/>
          <p:cNvSpPr txBox="1"/>
          <p:nvPr/>
        </p:nvSpPr>
        <p:spPr>
          <a:xfrm>
            <a:off x="960120" y="3429000"/>
            <a:ext cx="4754880" cy="411480"/>
          </a:xfrm>
          <a:prstGeom prst="rect">
            <a:avLst/>
          </a:prstGeom>
          <a:noFill/>
        </p:spPr>
        <p:txBody>
          <a:bodyPr wrap="square">
            <a:spAutoFit/>
          </a:bodyPr>
          <a:lstStyle/>
          <a:p>
            <a:pPr>
              <a:defRPr sz="1900" b="1">
                <a:solidFill>
                  <a:srgbClr val="BEFFD2"/>
                </a:solidFill>
                <a:latin typeface="Noto Sans Bengali"/>
              </a:defRPr>
            </a:pPr>
            <a:r>
              <a:t>✅ গ) GACT</a:t>
            </a:r>
          </a:p>
        </p:txBody>
      </p:sp>
      <p:sp>
        <p:nvSpPr>
          <p:cNvPr id="8" name="TextBox 7"/>
          <p:cNvSpPr txBox="1"/>
          <p:nvPr/>
        </p:nvSpPr>
        <p:spPr>
          <a:xfrm>
            <a:off x="960120" y="3931920"/>
            <a:ext cx="4754880" cy="411480"/>
          </a:xfrm>
          <a:prstGeom prst="rect">
            <a:avLst/>
          </a:prstGeom>
          <a:noFill/>
        </p:spPr>
        <p:txBody>
          <a:bodyPr wrap="square">
            <a:spAutoFit/>
          </a:bodyPr>
          <a:lstStyle/>
          <a:p>
            <a:pPr>
              <a:defRPr sz="1900" b="0">
                <a:solidFill>
                  <a:srgbClr val="FFFFFF"/>
                </a:solidFill>
                <a:latin typeface="Noto Sans Bengali"/>
              </a:defRPr>
            </a:pPr>
            <a:r>
              <a:t>• ঘ) TGAC</a:t>
            </a:r>
          </a:p>
        </p:txBody>
      </p:sp>
      <p:sp>
        <p:nvSpPr>
          <p:cNvPr id="9" name="TextBox 8"/>
          <p:cNvSpPr txBox="1"/>
          <p:nvPr/>
        </p:nvSpPr>
        <p:spPr>
          <a:xfrm>
            <a:off x="960120" y="4892040"/>
            <a:ext cx="4389120" cy="411480"/>
          </a:xfrm>
          <a:prstGeom prst="rect">
            <a:avLst/>
          </a:prstGeom>
          <a:noFill/>
        </p:spPr>
        <p:txBody>
          <a:bodyPr wrap="square">
            <a:spAutoFit/>
          </a:bodyPr>
          <a:lstStyle/>
          <a:p>
            <a:pPr>
              <a:defRPr sz="1800" b="1">
                <a:solidFill>
                  <a:srgbClr val="FFE066"/>
                </a:solidFill>
                <a:latin typeface="Noto Sans Bengali"/>
              </a:defRPr>
            </a:pPr>
            <a:r>
              <a:t>Correct Answer: গ</a:t>
            </a:r>
          </a:p>
        </p:txBody>
      </p:sp>
      <p:sp>
        <p:nvSpPr>
          <p:cNvPr id="10" name="TextBox 9"/>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MCQ Slide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4389120" cy="411480"/>
          </a:xfrm>
          <a:prstGeom prst="rect">
            <a:avLst/>
          </a:prstGeom>
          <a:noFill/>
        </p:spPr>
        <p:txBody>
          <a:bodyPr wrap="square">
            <a:spAutoFit/>
          </a:bodyPr>
          <a:lstStyle/>
          <a:p>
            <a:pPr>
              <a:defRPr sz="2600" b="1">
                <a:solidFill>
                  <a:srgbClr val="FFE066"/>
                </a:solidFill>
                <a:latin typeface="Noto Sans Bengali"/>
              </a:defRPr>
            </a:pPr>
            <a:r>
              <a:t>CQ 1</a:t>
            </a:r>
          </a:p>
        </p:txBody>
      </p:sp>
      <p:sp>
        <p:nvSpPr>
          <p:cNvPr id="4" name="TextBox 3"/>
          <p:cNvSpPr txBox="1"/>
          <p:nvPr/>
        </p:nvSpPr>
        <p:spPr>
          <a:xfrm>
            <a:off x="822960" y="1325880"/>
            <a:ext cx="4983480" cy="4343400"/>
          </a:xfrm>
          <a:prstGeom prst="rect">
            <a:avLst/>
          </a:prstGeom>
          <a:noFill/>
        </p:spPr>
        <p:txBody>
          <a:bodyPr wrap="square">
            <a:spAutoFit/>
          </a:bodyPr>
          <a:lstStyle/>
          <a:p>
            <a:pPr>
              <a:defRPr sz="1700" b="0">
                <a:solidFill>
                  <a:srgbClr val="FFFFFF"/>
                </a:solidFill>
                <a:latin typeface="Noto Sans Bengali"/>
              </a:defRPr>
            </a:pPr>
            <a:r>
              <a:t>প্রশ্ন: বিজ্ঞান মেলাকে আকর্ষণীয় করার জন্য প্রবেশ পথের দু পাশে পানির ফফোয়ারা স্থাপন করা হললো। তাদের মধ্যে একটির পানির ফফোঁটাগুললো 5 ms-1 এবং 60° ককোণে ছড়িয়ে পড়ছে। অপর ফফোয়ারার পানির ফফোঁটাগুললো 6 ms-1 এবং 30° ককোণে ছড়িয়ে পড়ছে। ক. প্রক্ষেপণ কাকে বলে? খ. বৃত্তাকার ট্র‍্যাকে ককোননো দদৌড়বিদ সমবেগে দদৌঁড়াতে পারে না কেন? ব্যাখ্যা কর। গ. 0.6 sec সময়ে ১ম ফফোয়ারার পানির ফফোঁটার বেগ নির্ণয় কর। ঘ. উদ্দীপকের ককোন ফফোয়ারার পানির ফফোঁটাগুললো বেশি অঞ্চল জুড়ে ছড়িয়ে পড়বে? গাণিতিকভাবে বিশ্লেষণ কর।</a:t>
            </a:r>
          </a:p>
        </p:txBody>
      </p:sp>
      <p:sp>
        <p:nvSpPr>
          <p:cNvPr id="5" name="TextBox 4"/>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CQ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548640"/>
            <a:ext cx="5577840" cy="5440680"/>
          </a:xfrm>
          <a:prstGeom prst="roundRect">
            <a:avLst/>
          </a:prstGeom>
          <a:solidFill>
            <a:srgbClr val="051C13"/>
          </a:solidFill>
          <a:ln w="19050">
            <a:solidFill>
              <a:srgbClr val="147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4389120" cy="411480"/>
          </a:xfrm>
          <a:prstGeom prst="rect">
            <a:avLst/>
          </a:prstGeom>
          <a:noFill/>
        </p:spPr>
        <p:txBody>
          <a:bodyPr wrap="square">
            <a:spAutoFit/>
          </a:bodyPr>
          <a:lstStyle/>
          <a:p>
            <a:pPr>
              <a:defRPr sz="2600" b="1">
                <a:solidFill>
                  <a:srgbClr val="FFE066"/>
                </a:solidFill>
                <a:latin typeface="Noto Sans Bengali"/>
              </a:defRPr>
            </a:pPr>
            <a:r>
              <a:t>CQ 2</a:t>
            </a:r>
          </a:p>
        </p:txBody>
      </p:sp>
      <p:sp>
        <p:nvSpPr>
          <p:cNvPr id="4" name="TextBox 3"/>
          <p:cNvSpPr txBox="1"/>
          <p:nvPr/>
        </p:nvSpPr>
        <p:spPr>
          <a:xfrm>
            <a:off x="822960" y="1325880"/>
            <a:ext cx="4983480" cy="4343400"/>
          </a:xfrm>
          <a:prstGeom prst="rect">
            <a:avLst/>
          </a:prstGeom>
          <a:noFill/>
        </p:spPr>
        <p:txBody>
          <a:bodyPr wrap="square">
            <a:spAutoFit/>
          </a:bodyPr>
          <a:lstStyle/>
          <a:p>
            <a:pPr>
              <a:defRPr sz="1700" b="0">
                <a:solidFill>
                  <a:srgbClr val="FFFFFF"/>
                </a:solidFill>
                <a:latin typeface="Noto Sans Bengali"/>
              </a:defRPr>
            </a:pPr>
            <a:r>
              <a:t>প্রশ্ন: উদ্ভিদের এক প্রকার অঙ্গাণু খাদ্য তৈরি করে এবং অন্য প্রকার অঙ্গাণু স্নেহ বিপাকে ভূমিকা রাখে ও শক্তি উৎপন্ন করে থাকে। ক. সাইটটোস্কেলিটন কাকে বলে? খ. জরায়ুজ অঙ্কুররোদগম বলতে কী বুঝ? গ. উদ্দীপকের ১ম অঙ্গাণুর কাজ গুললো লিখ। ঘ. উদ্দীপকের ১ম ও ২য় অঙ্গাণুর তুলনা দেখাও।</a:t>
            </a:r>
          </a:p>
        </p:txBody>
      </p:sp>
      <p:sp>
        <p:nvSpPr>
          <p:cNvPr id="5" name="TextBox 4"/>
          <p:cNvSpPr txBox="1"/>
          <p:nvPr/>
        </p:nvSpPr>
        <p:spPr>
          <a:xfrm>
            <a:off x="594360" y="6263640"/>
            <a:ext cx="2286000" cy="274320"/>
          </a:xfrm>
          <a:prstGeom prst="rect">
            <a:avLst/>
          </a:prstGeom>
          <a:noFill/>
        </p:spPr>
        <p:txBody>
          <a:bodyPr wrap="square">
            <a:spAutoFit/>
          </a:bodyPr>
          <a:lstStyle/>
          <a:p>
            <a:pPr>
              <a:defRPr sz="1000" b="0">
                <a:solidFill>
                  <a:srgbClr val="B4DCBE"/>
                </a:solidFill>
                <a:latin typeface="Noto Sans Bengali"/>
              </a:defRPr>
            </a:pPr>
            <a:r>
              <a:t>CQ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lnSpc>
            <a:spcPct val="150000"/>
          </a:lnSpc>
          <a:defRPr b="1">
            <a:solidFill>
              <a:schemeClr val="bg1"/>
            </a:solidFill>
            <a:latin typeface="Li Ador Noirrit" pitchFamily="2" charset="0"/>
            <a:cs typeface="Li Ador Noirrit" pitchFamily="2" charset="0"/>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356</TotalTime>
  <Words>0</Words>
  <Application>Microsoft Macintosh PowerPoint</Application>
  <PresentationFormat>Custom</PresentationFormat>
  <Paragraphs>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Hind Siliguri</vt:lpstr>
      <vt:lpstr>Inter Bold</vt:lpstr>
      <vt:lpstr>Li Ador Noirrit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10MS_SMD_Sojib</dc:creator>
  <cp:lastModifiedBy>Fahad Bin Abdullah</cp:lastModifiedBy>
  <cp:revision>14</cp:revision>
  <dcterms:created xsi:type="dcterms:W3CDTF">2026-02-24T08:25:13Z</dcterms:created>
  <dcterms:modified xsi:type="dcterms:W3CDTF">2026-04-28T12:27:44Z</dcterms:modified>
</cp:coreProperties>
</file>