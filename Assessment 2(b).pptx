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2"/>
  </p:handoutMasterIdLst>
  <p:sldIdLst>
    <p:sldId id="817" r:id="rId2"/>
    <p:sldId id="818" r:id="rId3"/>
    <p:sldId id="819" r:id="rId4"/>
    <p:sldId id="820" r:id="rId5"/>
    <p:sldId id="821" r:id="rId6"/>
    <p:sldId id="822" r:id="rId7"/>
    <p:sldId id="823" r:id="rId8"/>
    <p:sldId id="824" r:id="rId9"/>
    <p:sldId id="825" r:id="rId10"/>
    <p:sldId id="826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lass 3" id="{A7C5D357-AA79-4348-896E-6544A76C6D82}">
          <p14:sldIdLst>
            <p14:sldId id="817"/>
            <p14:sldId id="818"/>
            <p14:sldId id="819"/>
            <p14:sldId id="820"/>
            <p14:sldId id="821"/>
            <p14:sldId id="822"/>
            <p14:sldId id="823"/>
            <p14:sldId id="824"/>
            <p14:sldId id="825"/>
            <p14:sldId id="8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68" userDrawn="1">
          <p15:clr>
            <a:srgbClr val="A4A3A4"/>
          </p15:clr>
        </p15:guide>
        <p15:guide id="2" pos="3839" userDrawn="1">
          <p15:clr>
            <a:srgbClr val="A4A3A4"/>
          </p15:clr>
        </p15:guide>
        <p15:guide id="3" pos="2087" userDrawn="1">
          <p15:clr>
            <a:srgbClr val="A4A3A4"/>
          </p15:clr>
        </p15:guide>
        <p15:guide id="4" orient="horz" pos="696" userDrawn="1">
          <p15:clr>
            <a:srgbClr val="A4A3A4"/>
          </p15:clr>
        </p15:guide>
        <p15:guide id="5" orient="horz" pos="720" userDrawn="1">
          <p15:clr>
            <a:srgbClr val="A4A3A4"/>
          </p15:clr>
        </p15:guide>
        <p15:guide id="6" pos="7271" userDrawn="1">
          <p15:clr>
            <a:srgbClr val="A4A3A4"/>
          </p15:clr>
        </p15:guide>
        <p15:guide id="7" orient="horz" pos="2232" userDrawn="1">
          <p15:clr>
            <a:srgbClr val="A4A3A4"/>
          </p15:clr>
        </p15:guide>
        <p15:guide id="8" orient="horz" pos="6" userDrawn="1">
          <p15:clr>
            <a:srgbClr val="A4A3A4"/>
          </p15:clr>
        </p15:guide>
        <p15:guide id="9" pos="21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E0E"/>
    <a:srgbClr val="002715"/>
    <a:srgbClr val="0715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1561AD-B97E-4BC4-9134-1E920A15B409}" v="224" dt="2026-03-13T14:17:49.1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697" autoAdjust="0"/>
    <p:restoredTop sz="94771"/>
  </p:normalViewPr>
  <p:slideViewPr>
    <p:cSldViewPr snapToGrid="0" showGuides="1">
      <p:cViewPr varScale="1">
        <p:scale>
          <a:sx n="153" d="100"/>
          <a:sy n="153" d="100"/>
        </p:scale>
        <p:origin x="896" y="184"/>
      </p:cViewPr>
      <p:guideLst>
        <p:guide orient="horz" pos="768"/>
        <p:guide pos="3839"/>
        <p:guide pos="2087"/>
        <p:guide orient="horz" pos="696"/>
        <p:guide orient="horz" pos="720"/>
        <p:guide pos="7271"/>
        <p:guide orient="horz" pos="2232"/>
        <p:guide orient="horz" pos="6"/>
        <p:guide pos="215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5072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7349F5-03E1-06F1-FC44-3D7E961283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E4D78B-C474-03E0-5571-FEA49ADEA7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AB92F-90A5-DD44-B836-2C564BF68481}" type="datetimeFigureOut">
              <a:t>4/28/26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CF3D5-D06E-1CF6-05A5-572ED79C80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2C52A-DC2B-27F4-1191-FE68A36621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D91EB5-39C8-F441-B213-26C60F2202E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676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jpe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gif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jpe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gif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jpe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gif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21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19.gif"/><Relationship Id="rId2" Type="http://schemas.openxmlformats.org/officeDocument/2006/relationships/image" Target="../media/image1.jpeg"/><Relationship Id="rId16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svg"/><Relationship Id="rId11" Type="http://schemas.openxmlformats.org/officeDocument/2006/relationships/image" Target="../media/image30.svg"/><Relationship Id="rId5" Type="http://schemas.openxmlformats.org/officeDocument/2006/relationships/image" Target="../media/image24.png"/><Relationship Id="rId15" Type="http://schemas.openxmlformats.org/officeDocument/2006/relationships/image" Target="../media/image31.png"/><Relationship Id="rId10" Type="http://schemas.openxmlformats.org/officeDocument/2006/relationships/image" Target="../media/image29.pn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20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21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19.gi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svg"/><Relationship Id="rId11" Type="http://schemas.openxmlformats.org/officeDocument/2006/relationships/image" Target="../media/image30.sv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20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21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19.gi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svg"/><Relationship Id="rId11" Type="http://schemas.openxmlformats.org/officeDocument/2006/relationships/image" Target="../media/image30.sv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20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21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19.gi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svg"/><Relationship Id="rId11" Type="http://schemas.openxmlformats.org/officeDocument/2006/relationships/image" Target="../media/image30.sv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21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19.gi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svg"/><Relationship Id="rId11" Type="http://schemas.openxmlformats.org/officeDocument/2006/relationships/image" Target="../media/image30.sv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20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0.sv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12" Type="http://schemas.openxmlformats.org/officeDocument/2006/relationships/image" Target="../media/image29.png"/><Relationship Id="rId17" Type="http://schemas.openxmlformats.org/officeDocument/2006/relationships/image" Target="../media/image20.png"/><Relationship Id="rId2" Type="http://schemas.openxmlformats.org/officeDocument/2006/relationships/image" Target="../media/image2.jpeg"/><Relationship Id="rId16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34.svg"/><Relationship Id="rId5" Type="http://schemas.openxmlformats.org/officeDocument/2006/relationships/image" Target="../media/image12.png"/><Relationship Id="rId15" Type="http://schemas.openxmlformats.org/officeDocument/2006/relationships/image" Target="../media/image19.gif"/><Relationship Id="rId10" Type="http://schemas.openxmlformats.org/officeDocument/2006/relationships/image" Target="../media/image33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3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lide 16:9 - 172" descr="preencoded.png">
            <a:extLst>
              <a:ext uri="{FF2B5EF4-FFF2-40B4-BE49-F238E27FC236}">
                <a16:creationId xmlns:a16="http://schemas.microsoft.com/office/drawing/2014/main" id="{21FB05CB-94CF-032A-E3BE-898F27E937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19" name="3215346 1" descr="preencoded.png">
            <a:extLst>
              <a:ext uri="{FF2B5EF4-FFF2-40B4-BE49-F238E27FC236}">
                <a16:creationId xmlns:a16="http://schemas.microsoft.com/office/drawing/2014/main" id="{938C20C5-EB05-E6AF-9823-06383555E9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295527" y="5877074"/>
            <a:ext cx="1305725" cy="980926"/>
          </a:xfrm>
          <a:prstGeom prst="rect">
            <a:avLst/>
          </a:prstGeom>
        </p:spPr>
      </p:pic>
      <p:pic>
        <p:nvPicPr>
          <p:cNvPr id="20" name="Rectangle 10" descr="preencoded.png">
            <a:extLst>
              <a:ext uri="{FF2B5EF4-FFF2-40B4-BE49-F238E27FC236}">
                <a16:creationId xmlns:a16="http://schemas.microsoft.com/office/drawing/2014/main" id="{228B7525-1EE0-2E3C-DD45-4DBC4A92336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-1" y="2698750"/>
            <a:ext cx="12192001" cy="2800350"/>
          </a:xfrm>
          <a:prstGeom prst="rect">
            <a:avLst/>
          </a:prstGeom>
        </p:spPr>
      </p:pic>
      <p:pic>
        <p:nvPicPr>
          <p:cNvPr id="21" name="Ellipse 2" descr="preencoded.png">
            <a:extLst>
              <a:ext uri="{FF2B5EF4-FFF2-40B4-BE49-F238E27FC236}">
                <a16:creationId xmlns:a16="http://schemas.microsoft.com/office/drawing/2014/main" id="{B2DF2F29-D3E9-14AD-7D77-8D9C8D0724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061627" y="1609127"/>
            <a:ext cx="4762500" cy="4762500"/>
          </a:xfrm>
          <a:prstGeom prst="rect">
            <a:avLst/>
          </a:prstGeom>
        </p:spPr>
      </p:pic>
      <p:pic>
        <p:nvPicPr>
          <p:cNvPr id="22" name="Ellipse 5" descr="preencoded.png">
            <a:extLst>
              <a:ext uri="{FF2B5EF4-FFF2-40B4-BE49-F238E27FC236}">
                <a16:creationId xmlns:a16="http://schemas.microsoft.com/office/drawing/2014/main" id="{749E62E3-9392-3154-1C55-362A800232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283877" y="1822450"/>
            <a:ext cx="4318000" cy="4318000"/>
          </a:xfrm>
          <a:prstGeom prst="rect">
            <a:avLst/>
          </a:prstGeom>
        </p:spPr>
      </p:pic>
      <p:pic>
        <p:nvPicPr>
          <p:cNvPr id="23" name="Mask group" descr="preencoded.png">
            <a:extLst>
              <a:ext uri="{FF2B5EF4-FFF2-40B4-BE49-F238E27FC236}">
                <a16:creationId xmlns:a16="http://schemas.microsoft.com/office/drawing/2014/main" id="{A76F38A5-75CD-F176-3AA7-385C0EC69F3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 rot="188820">
            <a:off x="7210351" y="1794792"/>
            <a:ext cx="4438650" cy="4298950"/>
          </a:xfrm>
          <a:prstGeom prst="rect">
            <a:avLst/>
          </a:prstGeom>
        </p:spPr>
      </p:pic>
      <p:pic>
        <p:nvPicPr>
          <p:cNvPr id="24" name="2784428 1" descr="preencoded.png">
            <a:extLst>
              <a:ext uri="{FF2B5EF4-FFF2-40B4-BE49-F238E27FC236}">
                <a16:creationId xmlns:a16="http://schemas.microsoft.com/office/drawing/2014/main" id="{A39CF81D-EE56-9316-9C83-9ED9FD6EB018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482599" y="723444"/>
            <a:ext cx="900338" cy="900338"/>
          </a:xfrm>
          <a:prstGeom prst="rect">
            <a:avLst/>
          </a:prstGeom>
        </p:spPr>
      </p:pic>
      <p:pic>
        <p:nvPicPr>
          <p:cNvPr id="25" name="3215346 1" descr="preencoded.png">
            <a:extLst>
              <a:ext uri="{FF2B5EF4-FFF2-40B4-BE49-F238E27FC236}">
                <a16:creationId xmlns:a16="http://schemas.microsoft.com/office/drawing/2014/main" id="{D1C01331-519F-12B7-9219-C03653A13C5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2012676" y="1327150"/>
            <a:ext cx="966577" cy="966573"/>
          </a:xfrm>
          <a:prstGeom prst="rect">
            <a:avLst/>
          </a:prstGeom>
        </p:spPr>
      </p:pic>
      <p:pic>
        <p:nvPicPr>
          <p:cNvPr id="26" name="2201544 1" descr="preencoded.png">
            <a:extLst>
              <a:ext uri="{FF2B5EF4-FFF2-40B4-BE49-F238E27FC236}">
                <a16:creationId xmlns:a16="http://schemas.microsoft.com/office/drawing/2014/main" id="{E80CDB79-E5D6-2A1D-D20C-F529E2B88F8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3390899" y="5759450"/>
            <a:ext cx="762000" cy="762000"/>
          </a:xfrm>
          <a:prstGeom prst="rect">
            <a:avLst/>
          </a:prstGeom>
        </p:spPr>
      </p:pic>
      <p:pic>
        <p:nvPicPr>
          <p:cNvPr id="27" name="1467187 1" descr="preencoded.png">
            <a:extLst>
              <a:ext uri="{FF2B5EF4-FFF2-40B4-BE49-F238E27FC236}">
                <a16:creationId xmlns:a16="http://schemas.microsoft.com/office/drawing/2014/main" id="{D3A553F5-60A8-D9A6-185A-CDB798F497A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5676899" y="1485900"/>
            <a:ext cx="831850" cy="831850"/>
          </a:xfrm>
          <a:prstGeom prst="rect">
            <a:avLst/>
          </a:prstGeom>
        </p:spPr>
      </p:pic>
      <p:pic>
        <p:nvPicPr>
          <p:cNvPr id="28" name="8361822 1" descr="preencoded.png">
            <a:extLst>
              <a:ext uri="{FF2B5EF4-FFF2-40B4-BE49-F238E27FC236}">
                <a16:creationId xmlns:a16="http://schemas.microsoft.com/office/drawing/2014/main" id="{EA771312-D611-890D-5B1D-2272C5D1D9CB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989743" y="5810250"/>
            <a:ext cx="1025770" cy="1025770"/>
          </a:xfrm>
          <a:prstGeom prst="rect">
            <a:avLst/>
          </a:prstGeom>
        </p:spPr>
      </p:pic>
      <p:pic>
        <p:nvPicPr>
          <p:cNvPr id="29" name="1016507 1" descr="preencoded.png">
            <a:extLst>
              <a:ext uri="{FF2B5EF4-FFF2-40B4-BE49-F238E27FC236}">
                <a16:creationId xmlns:a16="http://schemas.microsoft.com/office/drawing/2014/main" id="{B4291C49-8817-68FB-DBDA-4BC62EFE868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3848099" y="609600"/>
            <a:ext cx="895350" cy="895350"/>
          </a:xfrm>
          <a:prstGeom prst="rect">
            <a:avLst/>
          </a:prstGeom>
        </p:spPr>
      </p:pic>
      <p:pic>
        <p:nvPicPr>
          <p:cNvPr id="30" name="Rectangle 2" descr="preencoded.png">
            <a:extLst>
              <a:ext uri="{FF2B5EF4-FFF2-40B4-BE49-F238E27FC236}">
                <a16:creationId xmlns:a16="http://schemas.microsoft.com/office/drawing/2014/main" id="{02D010BD-405F-8398-AC8E-833209FB65CB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8039100" y="463550"/>
            <a:ext cx="3429000" cy="9207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1C153C2-ED50-83DD-899A-50CC7D1CAAE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0483897" y="1291627"/>
            <a:ext cx="1133427" cy="469900"/>
          </a:xfrm>
          <a:prstGeom prst="rect">
            <a:avLst/>
          </a:prstGeom>
        </p:spPr>
      </p:pic>
      <p:sp>
        <p:nvSpPr>
          <p:cNvPr id="32" name="Bangla">
            <a:extLst>
              <a:ext uri="{FF2B5EF4-FFF2-40B4-BE49-F238E27FC236}">
                <a16:creationId xmlns:a16="http://schemas.microsoft.com/office/drawing/2014/main" id="{88D71FCA-EC3A-50CF-B1E3-42BD7AEB1FB1}"/>
              </a:ext>
            </a:extLst>
          </p:cNvPr>
          <p:cNvSpPr/>
          <p:nvPr userDrawn="1"/>
        </p:nvSpPr>
        <p:spPr>
          <a:xfrm>
            <a:off x="7715250" y="2054823"/>
            <a:ext cx="3409950" cy="174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0000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৮ম</a:t>
            </a:r>
            <a:r>
              <a:rPr lang="en-US" sz="4000" b="1" dirty="0">
                <a:solidFill>
                  <a:srgbClr val="FFFFFF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 শ্রেণি  
</a:t>
            </a:r>
            <a:r>
              <a:rPr lang="as-IN" sz="4000" b="1" dirty="0">
                <a:solidFill>
                  <a:srgbClr val="FFFFFF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বিজ্ঞান</a:t>
            </a:r>
            <a:endParaRPr lang="en-US" sz="40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3" name="topic">
            <a:extLst>
              <a:ext uri="{FF2B5EF4-FFF2-40B4-BE49-F238E27FC236}">
                <a16:creationId xmlns:a16="http://schemas.microsoft.com/office/drawing/2014/main" id="{21FC85AB-96B2-8C1C-FB81-612C1D191953}"/>
              </a:ext>
            </a:extLst>
          </p:cNvPr>
          <p:cNvSpPr/>
          <p:nvPr userDrawn="1"/>
        </p:nvSpPr>
        <p:spPr>
          <a:xfrm>
            <a:off x="1332983" y="2909023"/>
            <a:ext cx="4976110" cy="109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 algn="ctr">
              <a:lnSpc>
                <a:spcPct val="100000"/>
              </a:lnSpc>
            </a:pPr>
            <a:r>
              <a:rPr lang="en-US" sz="3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অধ্যায়</a:t>
            </a:r>
            <a:r>
              <a:rPr lang="en-US" sz="3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 ৫ </a:t>
            </a:r>
          </a:p>
          <a:p>
            <a:pPr marL="0" lvl="1" indent="0" algn="ctr">
              <a:lnSpc>
                <a:spcPct val="100000"/>
              </a:lnSpc>
            </a:pPr>
            <a:r>
              <a:rPr lang="as-IN" sz="3600" b="1" dirty="0">
                <a:solidFill>
                  <a:srgbClr val="FFFFFF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সমন্বয় ও নি:সরণ</a:t>
            </a:r>
            <a:endParaRPr lang="en-US" sz="3600" dirty="0"/>
          </a:p>
        </p:txBody>
      </p:sp>
      <p:sp>
        <p:nvSpPr>
          <p:cNvPr id="34" name="topic">
            <a:extLst>
              <a:ext uri="{FF2B5EF4-FFF2-40B4-BE49-F238E27FC236}">
                <a16:creationId xmlns:a16="http://schemas.microsoft.com/office/drawing/2014/main" id="{9B951C13-0A11-BE77-3D3B-0AEDA668CF82}"/>
              </a:ext>
            </a:extLst>
          </p:cNvPr>
          <p:cNvSpPr/>
          <p:nvPr userDrawn="1"/>
        </p:nvSpPr>
        <p:spPr>
          <a:xfrm>
            <a:off x="806614" y="4235709"/>
            <a:ext cx="5930570" cy="780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 algn="ctr">
              <a:lnSpc>
                <a:spcPct val="100000"/>
              </a:lnSpc>
            </a:pPr>
            <a:r>
              <a:rPr lang="bn-IN" sz="3200" b="1" dirty="0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পাঠ ৬-৭</a:t>
            </a:r>
            <a:r>
              <a:rPr lang="en-US" sz="3200" b="1" dirty="0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:</a:t>
            </a:r>
            <a:r>
              <a:rPr lang="bn-IN" sz="3200" b="1" dirty="0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 </a:t>
            </a:r>
            <a:r>
              <a:rPr lang="bn-IN" sz="3200" b="1" dirty="0" err="1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মস্তিষ্ক</a:t>
            </a:r>
            <a:endParaRPr lang="bn-IN" sz="3200" b="1" dirty="0">
              <a:solidFill>
                <a:schemeClr val="bg1"/>
              </a:solidFill>
              <a:latin typeface="Hind Siliguri" panose="02000000000000000000" pitchFamily="2" charset="0"/>
              <a:ea typeface="Inter Bold" pitchFamily="34" charset="-122"/>
              <a:cs typeface="Hind Siliguri" panose="02000000000000000000" pitchFamily="2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1EC83D8-10FB-2A19-1D54-E823D69A992D}"/>
              </a:ext>
            </a:extLst>
          </p:cNvPr>
          <p:cNvGrpSpPr/>
          <p:nvPr userDrawn="1"/>
        </p:nvGrpSpPr>
        <p:grpSpPr>
          <a:xfrm>
            <a:off x="8294794" y="644711"/>
            <a:ext cx="2995506" cy="515840"/>
            <a:chOff x="12442192" y="952553"/>
            <a:chExt cx="4493258" cy="773760"/>
          </a:xfrm>
        </p:grpSpPr>
        <p:pic>
          <p:nvPicPr>
            <p:cNvPr id="36" name="10MS-White 12" descr="preencoded.png">
              <a:extLst>
                <a:ext uri="{FF2B5EF4-FFF2-40B4-BE49-F238E27FC236}">
                  <a16:creationId xmlns:a16="http://schemas.microsoft.com/office/drawing/2014/main" id="{35A568D4-BF3C-59B7-D470-FBD0375B59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0"/>
            <a:srcRect/>
            <a:stretch/>
          </p:blipFill>
          <p:spPr>
            <a:xfrm>
              <a:off x="14401800" y="971550"/>
              <a:ext cx="2533650" cy="70485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9EFB0870-24AE-6775-8CD9-B0DAAE48F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1"/>
            <a:stretch>
              <a:fillRect/>
            </a:stretch>
          </p:blipFill>
          <p:spPr>
            <a:xfrm>
              <a:off x="12442192" y="952553"/>
              <a:ext cx="1534458" cy="7737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275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lide 16:9 - 172" descr="preencoded.png">
            <a:extLst>
              <a:ext uri="{FF2B5EF4-FFF2-40B4-BE49-F238E27FC236}">
                <a16:creationId xmlns:a16="http://schemas.microsoft.com/office/drawing/2014/main" id="{21FB05CB-94CF-032A-E3BE-898F27E937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19" name="3215346 1" descr="preencoded.png">
            <a:extLst>
              <a:ext uri="{FF2B5EF4-FFF2-40B4-BE49-F238E27FC236}">
                <a16:creationId xmlns:a16="http://schemas.microsoft.com/office/drawing/2014/main" id="{938C20C5-EB05-E6AF-9823-06383555E9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295527" y="5877074"/>
            <a:ext cx="1305725" cy="980926"/>
          </a:xfrm>
          <a:prstGeom prst="rect">
            <a:avLst/>
          </a:prstGeom>
        </p:spPr>
      </p:pic>
      <p:pic>
        <p:nvPicPr>
          <p:cNvPr id="20" name="Rectangle 10" descr="preencoded.png">
            <a:extLst>
              <a:ext uri="{FF2B5EF4-FFF2-40B4-BE49-F238E27FC236}">
                <a16:creationId xmlns:a16="http://schemas.microsoft.com/office/drawing/2014/main" id="{228B7525-1EE0-2E3C-DD45-4DBC4A92336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-1" y="2698750"/>
            <a:ext cx="12192001" cy="2800350"/>
          </a:xfrm>
          <a:prstGeom prst="rect">
            <a:avLst/>
          </a:prstGeom>
        </p:spPr>
      </p:pic>
      <p:pic>
        <p:nvPicPr>
          <p:cNvPr id="21" name="Ellipse 2" descr="preencoded.png">
            <a:extLst>
              <a:ext uri="{FF2B5EF4-FFF2-40B4-BE49-F238E27FC236}">
                <a16:creationId xmlns:a16="http://schemas.microsoft.com/office/drawing/2014/main" id="{B2DF2F29-D3E9-14AD-7D77-8D9C8D0724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061627" y="1609127"/>
            <a:ext cx="4762500" cy="4762500"/>
          </a:xfrm>
          <a:prstGeom prst="rect">
            <a:avLst/>
          </a:prstGeom>
        </p:spPr>
      </p:pic>
      <p:pic>
        <p:nvPicPr>
          <p:cNvPr id="22" name="Ellipse 5" descr="preencoded.png">
            <a:extLst>
              <a:ext uri="{FF2B5EF4-FFF2-40B4-BE49-F238E27FC236}">
                <a16:creationId xmlns:a16="http://schemas.microsoft.com/office/drawing/2014/main" id="{749E62E3-9392-3154-1C55-362A800232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283877" y="1822450"/>
            <a:ext cx="4318000" cy="4318000"/>
          </a:xfrm>
          <a:prstGeom prst="rect">
            <a:avLst/>
          </a:prstGeom>
        </p:spPr>
      </p:pic>
      <p:pic>
        <p:nvPicPr>
          <p:cNvPr id="23" name="Mask group" descr="preencoded.png">
            <a:extLst>
              <a:ext uri="{FF2B5EF4-FFF2-40B4-BE49-F238E27FC236}">
                <a16:creationId xmlns:a16="http://schemas.microsoft.com/office/drawing/2014/main" id="{A76F38A5-75CD-F176-3AA7-385C0EC69F3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 rot="188820">
            <a:off x="7210351" y="1794792"/>
            <a:ext cx="4438650" cy="4298950"/>
          </a:xfrm>
          <a:prstGeom prst="rect">
            <a:avLst/>
          </a:prstGeom>
        </p:spPr>
      </p:pic>
      <p:pic>
        <p:nvPicPr>
          <p:cNvPr id="24" name="2784428 1" descr="preencoded.png">
            <a:extLst>
              <a:ext uri="{FF2B5EF4-FFF2-40B4-BE49-F238E27FC236}">
                <a16:creationId xmlns:a16="http://schemas.microsoft.com/office/drawing/2014/main" id="{A39CF81D-EE56-9316-9C83-9ED9FD6EB018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482599" y="723444"/>
            <a:ext cx="900338" cy="900338"/>
          </a:xfrm>
          <a:prstGeom prst="rect">
            <a:avLst/>
          </a:prstGeom>
        </p:spPr>
      </p:pic>
      <p:pic>
        <p:nvPicPr>
          <p:cNvPr id="25" name="3215346 1" descr="preencoded.png">
            <a:extLst>
              <a:ext uri="{FF2B5EF4-FFF2-40B4-BE49-F238E27FC236}">
                <a16:creationId xmlns:a16="http://schemas.microsoft.com/office/drawing/2014/main" id="{D1C01331-519F-12B7-9219-C03653A13C5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2012676" y="1327150"/>
            <a:ext cx="966577" cy="966573"/>
          </a:xfrm>
          <a:prstGeom prst="rect">
            <a:avLst/>
          </a:prstGeom>
        </p:spPr>
      </p:pic>
      <p:pic>
        <p:nvPicPr>
          <p:cNvPr id="26" name="2201544 1" descr="preencoded.png">
            <a:extLst>
              <a:ext uri="{FF2B5EF4-FFF2-40B4-BE49-F238E27FC236}">
                <a16:creationId xmlns:a16="http://schemas.microsoft.com/office/drawing/2014/main" id="{E80CDB79-E5D6-2A1D-D20C-F529E2B88F8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3390899" y="5759450"/>
            <a:ext cx="762000" cy="762000"/>
          </a:xfrm>
          <a:prstGeom prst="rect">
            <a:avLst/>
          </a:prstGeom>
        </p:spPr>
      </p:pic>
      <p:pic>
        <p:nvPicPr>
          <p:cNvPr id="27" name="1467187 1" descr="preencoded.png">
            <a:extLst>
              <a:ext uri="{FF2B5EF4-FFF2-40B4-BE49-F238E27FC236}">
                <a16:creationId xmlns:a16="http://schemas.microsoft.com/office/drawing/2014/main" id="{D3A553F5-60A8-D9A6-185A-CDB798F497A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5676899" y="1485900"/>
            <a:ext cx="831850" cy="831850"/>
          </a:xfrm>
          <a:prstGeom prst="rect">
            <a:avLst/>
          </a:prstGeom>
        </p:spPr>
      </p:pic>
      <p:pic>
        <p:nvPicPr>
          <p:cNvPr id="28" name="8361822 1" descr="preencoded.png">
            <a:extLst>
              <a:ext uri="{FF2B5EF4-FFF2-40B4-BE49-F238E27FC236}">
                <a16:creationId xmlns:a16="http://schemas.microsoft.com/office/drawing/2014/main" id="{EA771312-D611-890D-5B1D-2272C5D1D9CB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989743" y="5810250"/>
            <a:ext cx="1025770" cy="1025770"/>
          </a:xfrm>
          <a:prstGeom prst="rect">
            <a:avLst/>
          </a:prstGeom>
        </p:spPr>
      </p:pic>
      <p:pic>
        <p:nvPicPr>
          <p:cNvPr id="29" name="1016507 1" descr="preencoded.png">
            <a:extLst>
              <a:ext uri="{FF2B5EF4-FFF2-40B4-BE49-F238E27FC236}">
                <a16:creationId xmlns:a16="http://schemas.microsoft.com/office/drawing/2014/main" id="{B4291C49-8817-68FB-DBDA-4BC62EFE868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3848099" y="609600"/>
            <a:ext cx="895350" cy="895350"/>
          </a:xfrm>
          <a:prstGeom prst="rect">
            <a:avLst/>
          </a:prstGeom>
        </p:spPr>
      </p:pic>
      <p:pic>
        <p:nvPicPr>
          <p:cNvPr id="30" name="Rectangle 2" descr="preencoded.png">
            <a:extLst>
              <a:ext uri="{FF2B5EF4-FFF2-40B4-BE49-F238E27FC236}">
                <a16:creationId xmlns:a16="http://schemas.microsoft.com/office/drawing/2014/main" id="{02D010BD-405F-8398-AC8E-833209FB65CB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8039100" y="463550"/>
            <a:ext cx="3429000" cy="9207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1C153C2-ED50-83DD-899A-50CC7D1CAAE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0483897" y="1291627"/>
            <a:ext cx="1133427" cy="469900"/>
          </a:xfrm>
          <a:prstGeom prst="rect">
            <a:avLst/>
          </a:prstGeom>
        </p:spPr>
      </p:pic>
      <p:sp>
        <p:nvSpPr>
          <p:cNvPr id="32" name="Bangla">
            <a:extLst>
              <a:ext uri="{FF2B5EF4-FFF2-40B4-BE49-F238E27FC236}">
                <a16:creationId xmlns:a16="http://schemas.microsoft.com/office/drawing/2014/main" id="{88D71FCA-EC3A-50CF-B1E3-42BD7AEB1FB1}"/>
              </a:ext>
            </a:extLst>
          </p:cNvPr>
          <p:cNvSpPr/>
          <p:nvPr userDrawn="1"/>
        </p:nvSpPr>
        <p:spPr>
          <a:xfrm>
            <a:off x="7715250" y="2054823"/>
            <a:ext cx="3409950" cy="174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0000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৮ম</a:t>
            </a:r>
            <a:r>
              <a:rPr lang="en-US" sz="4000" b="1" dirty="0">
                <a:solidFill>
                  <a:srgbClr val="FFFFFF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 শ্রেণি  
</a:t>
            </a:r>
            <a:r>
              <a:rPr lang="as-IN" sz="4000" b="1" dirty="0">
                <a:solidFill>
                  <a:srgbClr val="FFFFFF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বিজ্ঞান</a:t>
            </a:r>
            <a:endParaRPr lang="en-US" sz="40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3" name="topic">
            <a:extLst>
              <a:ext uri="{FF2B5EF4-FFF2-40B4-BE49-F238E27FC236}">
                <a16:creationId xmlns:a16="http://schemas.microsoft.com/office/drawing/2014/main" id="{21FC85AB-96B2-8C1C-FB81-612C1D191953}"/>
              </a:ext>
            </a:extLst>
          </p:cNvPr>
          <p:cNvSpPr/>
          <p:nvPr userDrawn="1"/>
        </p:nvSpPr>
        <p:spPr>
          <a:xfrm>
            <a:off x="1332983" y="2909023"/>
            <a:ext cx="4976110" cy="109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 algn="ctr">
              <a:lnSpc>
                <a:spcPct val="100000"/>
              </a:lnSpc>
            </a:pPr>
            <a:r>
              <a:rPr lang="en-US" sz="3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অধ্যায়</a:t>
            </a:r>
            <a:r>
              <a:rPr lang="en-US" sz="3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 ৫ </a:t>
            </a:r>
          </a:p>
          <a:p>
            <a:pPr marL="0" lvl="1" indent="0" algn="ctr">
              <a:lnSpc>
                <a:spcPct val="100000"/>
              </a:lnSpc>
            </a:pPr>
            <a:r>
              <a:rPr lang="as-IN" sz="3600" b="1" dirty="0">
                <a:solidFill>
                  <a:srgbClr val="FFFFFF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সমন্বয় ও নি:সরণ</a:t>
            </a:r>
            <a:endParaRPr lang="en-US" sz="3600" dirty="0"/>
          </a:p>
        </p:txBody>
      </p:sp>
      <p:sp>
        <p:nvSpPr>
          <p:cNvPr id="34" name="topic">
            <a:extLst>
              <a:ext uri="{FF2B5EF4-FFF2-40B4-BE49-F238E27FC236}">
                <a16:creationId xmlns:a16="http://schemas.microsoft.com/office/drawing/2014/main" id="{9B951C13-0A11-BE77-3D3B-0AEDA668CF82}"/>
              </a:ext>
            </a:extLst>
          </p:cNvPr>
          <p:cNvSpPr/>
          <p:nvPr userDrawn="1"/>
        </p:nvSpPr>
        <p:spPr>
          <a:xfrm>
            <a:off x="806614" y="4235709"/>
            <a:ext cx="5930570" cy="780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 algn="ctr">
              <a:lnSpc>
                <a:spcPct val="100000"/>
              </a:lnSpc>
            </a:pPr>
            <a:r>
              <a:rPr lang="bn-IN" sz="3600" b="1" dirty="0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পাঠ ৮-১০</a:t>
            </a:r>
            <a:r>
              <a:rPr lang="en-US" sz="3600" b="1" dirty="0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:</a:t>
            </a:r>
            <a:r>
              <a:rPr lang="bn-IN" sz="3600" b="1" dirty="0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 </a:t>
            </a:r>
            <a:r>
              <a:rPr lang="bn-IN" sz="3600" b="1" dirty="0" err="1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মেরুরজ্জু</a:t>
            </a:r>
            <a:endParaRPr lang="bn-IN" sz="3600" b="1" dirty="0">
              <a:solidFill>
                <a:schemeClr val="bg1"/>
              </a:solidFill>
              <a:latin typeface="Hind Siliguri" panose="02000000000000000000" pitchFamily="2" charset="0"/>
              <a:ea typeface="Inter Bold" pitchFamily="34" charset="-122"/>
              <a:cs typeface="Hind Siliguri" panose="02000000000000000000" pitchFamily="2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1EC83D8-10FB-2A19-1D54-E823D69A992D}"/>
              </a:ext>
            </a:extLst>
          </p:cNvPr>
          <p:cNvGrpSpPr/>
          <p:nvPr userDrawn="1"/>
        </p:nvGrpSpPr>
        <p:grpSpPr>
          <a:xfrm>
            <a:off x="8294794" y="644711"/>
            <a:ext cx="2995506" cy="515840"/>
            <a:chOff x="12442192" y="952553"/>
            <a:chExt cx="4493258" cy="773760"/>
          </a:xfrm>
        </p:grpSpPr>
        <p:pic>
          <p:nvPicPr>
            <p:cNvPr id="36" name="10MS-White 12" descr="preencoded.png">
              <a:extLst>
                <a:ext uri="{FF2B5EF4-FFF2-40B4-BE49-F238E27FC236}">
                  <a16:creationId xmlns:a16="http://schemas.microsoft.com/office/drawing/2014/main" id="{35A568D4-BF3C-59B7-D470-FBD0375B59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0"/>
            <a:srcRect/>
            <a:stretch/>
          </p:blipFill>
          <p:spPr>
            <a:xfrm>
              <a:off x="14401800" y="971550"/>
              <a:ext cx="2533650" cy="70485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9EFB0870-24AE-6775-8CD9-B0DAAE48F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1"/>
            <a:stretch>
              <a:fillRect/>
            </a:stretch>
          </p:blipFill>
          <p:spPr>
            <a:xfrm>
              <a:off x="12442192" y="952553"/>
              <a:ext cx="1534458" cy="7737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0072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lide 16:9 - 172" descr="preencoded.png">
            <a:extLst>
              <a:ext uri="{FF2B5EF4-FFF2-40B4-BE49-F238E27FC236}">
                <a16:creationId xmlns:a16="http://schemas.microsoft.com/office/drawing/2014/main" id="{21FB05CB-94CF-032A-E3BE-898F27E937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19" name="3215346 1" descr="preencoded.png">
            <a:extLst>
              <a:ext uri="{FF2B5EF4-FFF2-40B4-BE49-F238E27FC236}">
                <a16:creationId xmlns:a16="http://schemas.microsoft.com/office/drawing/2014/main" id="{938C20C5-EB05-E6AF-9823-06383555E9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295527" y="5877074"/>
            <a:ext cx="1305725" cy="980926"/>
          </a:xfrm>
          <a:prstGeom prst="rect">
            <a:avLst/>
          </a:prstGeom>
        </p:spPr>
      </p:pic>
      <p:pic>
        <p:nvPicPr>
          <p:cNvPr id="20" name="Rectangle 10" descr="preencoded.png">
            <a:extLst>
              <a:ext uri="{FF2B5EF4-FFF2-40B4-BE49-F238E27FC236}">
                <a16:creationId xmlns:a16="http://schemas.microsoft.com/office/drawing/2014/main" id="{228B7525-1EE0-2E3C-DD45-4DBC4A92336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-1" y="2698750"/>
            <a:ext cx="12192001" cy="2800350"/>
          </a:xfrm>
          <a:prstGeom prst="rect">
            <a:avLst/>
          </a:prstGeom>
        </p:spPr>
      </p:pic>
      <p:pic>
        <p:nvPicPr>
          <p:cNvPr id="21" name="Ellipse 2" descr="preencoded.png">
            <a:extLst>
              <a:ext uri="{FF2B5EF4-FFF2-40B4-BE49-F238E27FC236}">
                <a16:creationId xmlns:a16="http://schemas.microsoft.com/office/drawing/2014/main" id="{B2DF2F29-D3E9-14AD-7D77-8D9C8D07247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061627" y="1609127"/>
            <a:ext cx="4762500" cy="4762500"/>
          </a:xfrm>
          <a:prstGeom prst="rect">
            <a:avLst/>
          </a:prstGeom>
        </p:spPr>
      </p:pic>
      <p:pic>
        <p:nvPicPr>
          <p:cNvPr id="22" name="Ellipse 5" descr="preencoded.png">
            <a:extLst>
              <a:ext uri="{FF2B5EF4-FFF2-40B4-BE49-F238E27FC236}">
                <a16:creationId xmlns:a16="http://schemas.microsoft.com/office/drawing/2014/main" id="{749E62E3-9392-3154-1C55-362A800232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283877" y="1822450"/>
            <a:ext cx="4318000" cy="4318000"/>
          </a:xfrm>
          <a:prstGeom prst="rect">
            <a:avLst/>
          </a:prstGeom>
        </p:spPr>
      </p:pic>
      <p:pic>
        <p:nvPicPr>
          <p:cNvPr id="23" name="Mask group" descr="preencoded.png">
            <a:extLst>
              <a:ext uri="{FF2B5EF4-FFF2-40B4-BE49-F238E27FC236}">
                <a16:creationId xmlns:a16="http://schemas.microsoft.com/office/drawing/2014/main" id="{A76F38A5-75CD-F176-3AA7-385C0EC69F3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 rot="188820">
            <a:off x="7210351" y="1794792"/>
            <a:ext cx="4438650" cy="4298950"/>
          </a:xfrm>
          <a:prstGeom prst="rect">
            <a:avLst/>
          </a:prstGeom>
        </p:spPr>
      </p:pic>
      <p:pic>
        <p:nvPicPr>
          <p:cNvPr id="24" name="2784428 1" descr="preencoded.png">
            <a:extLst>
              <a:ext uri="{FF2B5EF4-FFF2-40B4-BE49-F238E27FC236}">
                <a16:creationId xmlns:a16="http://schemas.microsoft.com/office/drawing/2014/main" id="{A39CF81D-EE56-9316-9C83-9ED9FD6EB018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482599" y="723444"/>
            <a:ext cx="900338" cy="900338"/>
          </a:xfrm>
          <a:prstGeom prst="rect">
            <a:avLst/>
          </a:prstGeom>
        </p:spPr>
      </p:pic>
      <p:pic>
        <p:nvPicPr>
          <p:cNvPr id="25" name="3215346 1" descr="preencoded.png">
            <a:extLst>
              <a:ext uri="{FF2B5EF4-FFF2-40B4-BE49-F238E27FC236}">
                <a16:creationId xmlns:a16="http://schemas.microsoft.com/office/drawing/2014/main" id="{D1C01331-519F-12B7-9219-C03653A13C5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2012676" y="1327150"/>
            <a:ext cx="966577" cy="966573"/>
          </a:xfrm>
          <a:prstGeom prst="rect">
            <a:avLst/>
          </a:prstGeom>
        </p:spPr>
      </p:pic>
      <p:pic>
        <p:nvPicPr>
          <p:cNvPr id="26" name="2201544 1" descr="preencoded.png">
            <a:extLst>
              <a:ext uri="{FF2B5EF4-FFF2-40B4-BE49-F238E27FC236}">
                <a16:creationId xmlns:a16="http://schemas.microsoft.com/office/drawing/2014/main" id="{E80CDB79-E5D6-2A1D-D20C-F529E2B88F8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3390899" y="5759450"/>
            <a:ext cx="762000" cy="762000"/>
          </a:xfrm>
          <a:prstGeom prst="rect">
            <a:avLst/>
          </a:prstGeom>
        </p:spPr>
      </p:pic>
      <p:pic>
        <p:nvPicPr>
          <p:cNvPr id="27" name="1467187 1" descr="preencoded.png">
            <a:extLst>
              <a:ext uri="{FF2B5EF4-FFF2-40B4-BE49-F238E27FC236}">
                <a16:creationId xmlns:a16="http://schemas.microsoft.com/office/drawing/2014/main" id="{D3A553F5-60A8-D9A6-185A-CDB798F497A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5676899" y="1485900"/>
            <a:ext cx="831850" cy="831850"/>
          </a:xfrm>
          <a:prstGeom prst="rect">
            <a:avLst/>
          </a:prstGeom>
        </p:spPr>
      </p:pic>
      <p:pic>
        <p:nvPicPr>
          <p:cNvPr id="28" name="8361822 1" descr="preencoded.png">
            <a:extLst>
              <a:ext uri="{FF2B5EF4-FFF2-40B4-BE49-F238E27FC236}">
                <a16:creationId xmlns:a16="http://schemas.microsoft.com/office/drawing/2014/main" id="{EA771312-D611-890D-5B1D-2272C5D1D9CB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989743" y="5810250"/>
            <a:ext cx="1025770" cy="1025770"/>
          </a:xfrm>
          <a:prstGeom prst="rect">
            <a:avLst/>
          </a:prstGeom>
        </p:spPr>
      </p:pic>
      <p:pic>
        <p:nvPicPr>
          <p:cNvPr id="29" name="1016507 1" descr="preencoded.png">
            <a:extLst>
              <a:ext uri="{FF2B5EF4-FFF2-40B4-BE49-F238E27FC236}">
                <a16:creationId xmlns:a16="http://schemas.microsoft.com/office/drawing/2014/main" id="{B4291C49-8817-68FB-DBDA-4BC62EFE868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3848099" y="609600"/>
            <a:ext cx="895350" cy="895350"/>
          </a:xfrm>
          <a:prstGeom prst="rect">
            <a:avLst/>
          </a:prstGeom>
        </p:spPr>
      </p:pic>
      <p:pic>
        <p:nvPicPr>
          <p:cNvPr id="30" name="Rectangle 2" descr="preencoded.png">
            <a:extLst>
              <a:ext uri="{FF2B5EF4-FFF2-40B4-BE49-F238E27FC236}">
                <a16:creationId xmlns:a16="http://schemas.microsoft.com/office/drawing/2014/main" id="{02D010BD-405F-8398-AC8E-833209FB65CB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8039100" y="463550"/>
            <a:ext cx="3429000" cy="9207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1C153C2-ED50-83DD-899A-50CC7D1CAAE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0483897" y="1291627"/>
            <a:ext cx="1133427" cy="469900"/>
          </a:xfrm>
          <a:prstGeom prst="rect">
            <a:avLst/>
          </a:prstGeom>
        </p:spPr>
      </p:pic>
      <p:sp>
        <p:nvSpPr>
          <p:cNvPr id="32" name="Bangla">
            <a:extLst>
              <a:ext uri="{FF2B5EF4-FFF2-40B4-BE49-F238E27FC236}">
                <a16:creationId xmlns:a16="http://schemas.microsoft.com/office/drawing/2014/main" id="{88D71FCA-EC3A-50CF-B1E3-42BD7AEB1FB1}"/>
              </a:ext>
            </a:extLst>
          </p:cNvPr>
          <p:cNvSpPr/>
          <p:nvPr userDrawn="1"/>
        </p:nvSpPr>
        <p:spPr>
          <a:xfrm>
            <a:off x="7715250" y="2054823"/>
            <a:ext cx="3409950" cy="174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0000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৮ম</a:t>
            </a:r>
            <a:r>
              <a:rPr lang="en-US" sz="4000" b="1" dirty="0">
                <a:solidFill>
                  <a:srgbClr val="FFFFFF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 শ্রেণি  
</a:t>
            </a:r>
            <a:r>
              <a:rPr lang="as-IN" sz="4000" b="1" dirty="0">
                <a:solidFill>
                  <a:srgbClr val="FFFFFF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বিজ্ঞান</a:t>
            </a:r>
            <a:endParaRPr lang="en-US" sz="4000" dirty="0">
              <a:latin typeface="Hind Siliguri" panose="02000000000000000000" pitchFamily="2" charset="0"/>
              <a:cs typeface="Hind Siliguri" panose="02000000000000000000" pitchFamily="2" charset="0"/>
            </a:endParaRPr>
          </a:p>
        </p:txBody>
      </p:sp>
      <p:sp>
        <p:nvSpPr>
          <p:cNvPr id="33" name="topic">
            <a:extLst>
              <a:ext uri="{FF2B5EF4-FFF2-40B4-BE49-F238E27FC236}">
                <a16:creationId xmlns:a16="http://schemas.microsoft.com/office/drawing/2014/main" id="{21FC85AB-96B2-8C1C-FB81-612C1D191953}"/>
              </a:ext>
            </a:extLst>
          </p:cNvPr>
          <p:cNvSpPr/>
          <p:nvPr userDrawn="1"/>
        </p:nvSpPr>
        <p:spPr>
          <a:xfrm>
            <a:off x="1332983" y="2909023"/>
            <a:ext cx="4976110" cy="109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lvl="1" indent="0" algn="ctr">
              <a:lnSpc>
                <a:spcPct val="100000"/>
              </a:lnSpc>
            </a:pPr>
            <a:r>
              <a:rPr lang="en-US" sz="3600" b="1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অধ্যায়</a:t>
            </a:r>
            <a:r>
              <a:rPr lang="en-US" sz="36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 ৫ </a:t>
            </a:r>
          </a:p>
          <a:p>
            <a:pPr marL="0" lvl="1" indent="0" algn="ctr">
              <a:lnSpc>
                <a:spcPct val="100000"/>
              </a:lnSpc>
            </a:pPr>
            <a:r>
              <a:rPr lang="as-IN" sz="3600" b="1" dirty="0">
                <a:solidFill>
                  <a:srgbClr val="FFFFFF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সমন্বয় ও নি:সরণ</a:t>
            </a:r>
            <a:endParaRPr lang="en-US" sz="3600" dirty="0"/>
          </a:p>
        </p:txBody>
      </p:sp>
      <p:sp>
        <p:nvSpPr>
          <p:cNvPr id="34" name="topic">
            <a:extLst>
              <a:ext uri="{FF2B5EF4-FFF2-40B4-BE49-F238E27FC236}">
                <a16:creationId xmlns:a16="http://schemas.microsoft.com/office/drawing/2014/main" id="{9B951C13-0A11-BE77-3D3B-0AEDA668CF82}"/>
              </a:ext>
            </a:extLst>
          </p:cNvPr>
          <p:cNvSpPr/>
          <p:nvPr userDrawn="1"/>
        </p:nvSpPr>
        <p:spPr>
          <a:xfrm>
            <a:off x="806614" y="4235709"/>
            <a:ext cx="5930570" cy="780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7150" lvl="1" indent="0" algn="ctr">
              <a:lnSpc>
                <a:spcPct val="100000"/>
              </a:lnSpc>
            </a:pPr>
            <a:r>
              <a:rPr lang="bn-IN" sz="3600" b="1" dirty="0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পাঠ ১১-১২</a:t>
            </a:r>
            <a:r>
              <a:rPr lang="en-US" sz="3600" b="1" dirty="0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:</a:t>
            </a:r>
            <a:r>
              <a:rPr lang="bn-IN" sz="3600" b="1" dirty="0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 </a:t>
            </a:r>
            <a:r>
              <a:rPr lang="bn-IN" sz="3600" b="1" dirty="0" err="1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rPr>
              <a:t>রেচনতন্ত্র</a:t>
            </a:r>
            <a:endParaRPr lang="bn-IN" sz="3600" b="1" dirty="0">
              <a:solidFill>
                <a:schemeClr val="bg1"/>
              </a:solidFill>
              <a:latin typeface="Hind Siliguri" panose="02000000000000000000" pitchFamily="2" charset="0"/>
              <a:ea typeface="Inter Bold" pitchFamily="34" charset="-122"/>
              <a:cs typeface="Hind Siliguri" panose="02000000000000000000" pitchFamily="2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1EC83D8-10FB-2A19-1D54-E823D69A992D}"/>
              </a:ext>
            </a:extLst>
          </p:cNvPr>
          <p:cNvGrpSpPr/>
          <p:nvPr userDrawn="1"/>
        </p:nvGrpSpPr>
        <p:grpSpPr>
          <a:xfrm>
            <a:off x="8294794" y="644711"/>
            <a:ext cx="2995506" cy="515840"/>
            <a:chOff x="12442192" y="952553"/>
            <a:chExt cx="4493258" cy="773760"/>
          </a:xfrm>
        </p:grpSpPr>
        <p:pic>
          <p:nvPicPr>
            <p:cNvPr id="36" name="10MS-White 12" descr="preencoded.png">
              <a:extLst>
                <a:ext uri="{FF2B5EF4-FFF2-40B4-BE49-F238E27FC236}">
                  <a16:creationId xmlns:a16="http://schemas.microsoft.com/office/drawing/2014/main" id="{35A568D4-BF3C-59B7-D470-FBD0375B59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0"/>
            <a:srcRect/>
            <a:stretch/>
          </p:blipFill>
          <p:spPr>
            <a:xfrm>
              <a:off x="14401800" y="971550"/>
              <a:ext cx="2533650" cy="70485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9EFB0870-24AE-6775-8CD9-B0DAAE48F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1"/>
            <a:stretch>
              <a:fillRect/>
            </a:stretch>
          </p:blipFill>
          <p:spPr>
            <a:xfrm>
              <a:off x="12442192" y="952553"/>
              <a:ext cx="1534458" cy="7737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0547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_Bod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60A45DE-137B-D8BD-F8C0-7D5DFB81CD04}"/>
              </a:ext>
            </a:extLst>
          </p:cNvPr>
          <p:cNvGrpSpPr/>
          <p:nvPr userDrawn="1"/>
        </p:nvGrpSpPr>
        <p:grpSpPr>
          <a:xfrm>
            <a:off x="0" y="0"/>
            <a:ext cx="12195176" cy="6858000"/>
            <a:chOff x="0" y="0"/>
            <a:chExt cx="18292764" cy="10287000"/>
          </a:xfrm>
        </p:grpSpPr>
        <p:pic>
          <p:nvPicPr>
            <p:cNvPr id="21" name="Slide 16:9 - 174" descr="preencoded.png">
              <a:extLst>
                <a:ext uri="{FF2B5EF4-FFF2-40B4-BE49-F238E27FC236}">
                  <a16:creationId xmlns:a16="http://schemas.microsoft.com/office/drawing/2014/main" id="{B52CCC2A-C7C9-E685-B542-D4628438AF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0" y="0"/>
              <a:ext cx="18292764" cy="10287000"/>
            </a:xfrm>
            <a:prstGeom prst="rect">
              <a:avLst/>
            </a:prstGeom>
          </p:spPr>
        </p:pic>
        <p:pic>
          <p:nvPicPr>
            <p:cNvPr id="22" name="Rectangle 14" descr="preencoded.png">
              <a:extLst>
                <a:ext uri="{FF2B5EF4-FFF2-40B4-BE49-F238E27FC236}">
                  <a16:creationId xmlns:a16="http://schemas.microsoft.com/office/drawing/2014/main" id="{AA73848E-E783-8F58-3FE9-6BE9016BA0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66924" y="314326"/>
              <a:ext cx="16949389" cy="9648825"/>
            </a:xfrm>
            <a:prstGeom prst="rect">
              <a:avLst/>
            </a:prstGeom>
          </p:spPr>
        </p:pic>
        <p:pic>
          <p:nvPicPr>
            <p:cNvPr id="23" name="Rectangle 5" descr="preencoded.png">
              <a:extLst>
                <a:ext uri="{FF2B5EF4-FFF2-40B4-BE49-F238E27FC236}">
                  <a16:creationId xmlns:a16="http://schemas.microsoft.com/office/drawing/2014/main" id="{2B2F3D56-8079-97F8-670F-E52BAD381A1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886056" y="561975"/>
              <a:ext cx="16730258" cy="1066800"/>
            </a:xfrm>
            <a:prstGeom prst="rect">
              <a:avLst/>
            </a:prstGeom>
          </p:spPr>
        </p:pic>
        <p:pic>
          <p:nvPicPr>
            <p:cNvPr id="5" name="10MS-White 12" descr="preencoded.png">
              <a:extLst>
                <a:ext uri="{FF2B5EF4-FFF2-40B4-BE49-F238E27FC236}">
                  <a16:creationId xmlns:a16="http://schemas.microsoft.com/office/drawing/2014/main" id="{CC2D5189-12CA-448B-7369-6044CA6931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rcRect/>
            <a:stretch/>
          </p:blipFill>
          <p:spPr>
            <a:xfrm>
              <a:off x="14961957" y="829721"/>
              <a:ext cx="1977905" cy="5501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8907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c_Bod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60A45DE-137B-D8BD-F8C0-7D5DFB81CD04}"/>
              </a:ext>
            </a:extLst>
          </p:cNvPr>
          <p:cNvGrpSpPr/>
          <p:nvPr userDrawn="1"/>
        </p:nvGrpSpPr>
        <p:grpSpPr>
          <a:xfrm>
            <a:off x="0" y="0"/>
            <a:ext cx="12195176" cy="6858000"/>
            <a:chOff x="0" y="0"/>
            <a:chExt cx="18292764" cy="10287000"/>
          </a:xfrm>
        </p:grpSpPr>
        <p:pic>
          <p:nvPicPr>
            <p:cNvPr id="21" name="Slide 16:9 - 174" descr="preencoded.png">
              <a:extLst>
                <a:ext uri="{FF2B5EF4-FFF2-40B4-BE49-F238E27FC236}">
                  <a16:creationId xmlns:a16="http://schemas.microsoft.com/office/drawing/2014/main" id="{B52CCC2A-C7C9-E685-B542-D4628438AF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0" y="0"/>
              <a:ext cx="18292764" cy="10287000"/>
            </a:xfrm>
            <a:prstGeom prst="rect">
              <a:avLst/>
            </a:prstGeom>
          </p:spPr>
        </p:pic>
        <p:pic>
          <p:nvPicPr>
            <p:cNvPr id="22" name="Rectangle 14" descr="preencoded.png">
              <a:extLst>
                <a:ext uri="{FF2B5EF4-FFF2-40B4-BE49-F238E27FC236}">
                  <a16:creationId xmlns:a16="http://schemas.microsoft.com/office/drawing/2014/main" id="{AA73848E-E783-8F58-3FE9-6BE9016BA0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66924" y="314326"/>
              <a:ext cx="16949389" cy="9648825"/>
            </a:xfrm>
            <a:prstGeom prst="rect">
              <a:avLst/>
            </a:prstGeom>
          </p:spPr>
        </p:pic>
        <p:pic>
          <p:nvPicPr>
            <p:cNvPr id="23" name="Rectangle 5" descr="preencoded.png">
              <a:extLst>
                <a:ext uri="{FF2B5EF4-FFF2-40B4-BE49-F238E27FC236}">
                  <a16:creationId xmlns:a16="http://schemas.microsoft.com/office/drawing/2014/main" id="{2B2F3D56-8079-97F8-670F-E52BAD381A1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886056" y="561975"/>
              <a:ext cx="11166208" cy="1066800"/>
            </a:xfrm>
            <a:prstGeom prst="rect">
              <a:avLst/>
            </a:prstGeom>
          </p:spPr>
        </p:pic>
        <p:pic>
          <p:nvPicPr>
            <p:cNvPr id="24" name="Ellipse 3" descr="preencoded.png">
              <a:extLst>
                <a:ext uri="{FF2B5EF4-FFF2-40B4-BE49-F238E27FC236}">
                  <a16:creationId xmlns:a16="http://schemas.microsoft.com/office/drawing/2014/main" id="{CD67D4B0-847A-0CAF-E2B7-FD92F02431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1009913" y="685800"/>
              <a:ext cx="895583" cy="819150"/>
            </a:xfrm>
            <a:prstGeom prst="rect">
              <a:avLst/>
            </a:prstGeom>
          </p:spPr>
        </p:pic>
        <p:pic>
          <p:nvPicPr>
            <p:cNvPr id="26" name="8361822 1" descr="preencoded.png">
              <a:extLst>
                <a:ext uri="{FF2B5EF4-FFF2-40B4-BE49-F238E27FC236}">
                  <a16:creationId xmlns:a16="http://schemas.microsoft.com/office/drawing/2014/main" id="{CBA16E90-D94F-D12F-8D79-050B5049DC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/>
            <a:stretch/>
          </p:blipFill>
          <p:spPr>
            <a:xfrm>
              <a:off x="1067004" y="733425"/>
              <a:ext cx="789260" cy="789054"/>
            </a:xfrm>
            <a:prstGeom prst="rect">
              <a:avLst/>
            </a:prstGeom>
          </p:spPr>
        </p:pic>
        <p:pic>
          <p:nvPicPr>
            <p:cNvPr id="34" name="Rectangle 5" descr="preencoded.png">
              <a:extLst>
                <a:ext uri="{FF2B5EF4-FFF2-40B4-BE49-F238E27FC236}">
                  <a16:creationId xmlns:a16="http://schemas.microsoft.com/office/drawing/2014/main" id="{F071F7FA-4D83-3B81-27DC-56217F984F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12233286" y="561975"/>
              <a:ext cx="5068621" cy="10668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06276CC-C9C9-3BF8-173D-3D602A6DA8F0}"/>
                </a:ext>
              </a:extLst>
            </p:cNvPr>
            <p:cNvSpPr txBox="1"/>
            <p:nvPr userDrawn="1"/>
          </p:nvSpPr>
          <p:spPr>
            <a:xfrm>
              <a:off x="1913355" y="766035"/>
              <a:ext cx="8027210" cy="69249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as-IN" sz="2400" b="1">
                  <a:solidFill>
                    <a:srgbClr val="7AE677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অধ্যায় </a:t>
              </a:r>
              <a:r>
                <a:rPr lang="en-US" sz="2400" b="1">
                  <a:solidFill>
                    <a:srgbClr val="7AE677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৫:</a:t>
              </a:r>
              <a:r>
                <a:rPr lang="bn-IN" sz="2400" b="1">
                  <a:solidFill>
                    <a:srgbClr val="7AE677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 </a:t>
              </a:r>
              <a:r>
                <a:rPr lang="as-IN" sz="2400" b="1">
                  <a:solidFill>
                    <a:srgbClr val="FFFFFF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সমন্বয় ও নি:সরণ</a:t>
              </a:r>
              <a:endParaRPr lang="as-IN" sz="2400" b="1" dirty="0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6D7292D-0E2E-C87D-9A8E-81D3F39F1C62}"/>
                </a:ext>
              </a:extLst>
            </p:cNvPr>
            <p:cNvGrpSpPr/>
            <p:nvPr userDrawn="1"/>
          </p:nvGrpSpPr>
          <p:grpSpPr>
            <a:xfrm>
              <a:off x="12622983" y="768084"/>
              <a:ext cx="4316879" cy="766666"/>
              <a:chOff x="12619695" y="913226"/>
              <a:chExt cx="4315755" cy="76666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5D1E0E63-0CFE-A2B3-D27C-0B9DD19A40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2"/>
              <a:stretch>
                <a:fillRect/>
              </a:stretch>
            </p:blipFill>
            <p:spPr>
              <a:xfrm>
                <a:off x="13832845" y="1146493"/>
                <a:ext cx="1286591" cy="533399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364606C2-3F9C-94C4-EBBD-9B00148B3B2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3"/>
              <a:stretch>
                <a:fillRect/>
              </a:stretch>
            </p:blipFill>
            <p:spPr>
              <a:xfrm>
                <a:off x="12619695" y="913226"/>
                <a:ext cx="1213150" cy="611738"/>
              </a:xfrm>
              <a:prstGeom prst="rect">
                <a:avLst/>
              </a:prstGeom>
            </p:spPr>
          </p:pic>
          <p:pic>
            <p:nvPicPr>
              <p:cNvPr id="5" name="10MS-White 12" descr="preencoded.png">
                <a:extLst>
                  <a:ext uri="{FF2B5EF4-FFF2-40B4-BE49-F238E27FC236}">
                    <a16:creationId xmlns:a16="http://schemas.microsoft.com/office/drawing/2014/main" id="{CC2D5189-12CA-448B-7369-6044CA69317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4"/>
              <a:srcRect/>
              <a:stretch/>
            </p:blipFill>
            <p:spPr>
              <a:xfrm>
                <a:off x="14958060" y="974863"/>
                <a:ext cx="1977390" cy="550101"/>
              </a:xfrm>
              <a:prstGeom prst="rect">
                <a:avLst/>
              </a:prstGeom>
            </p:spPr>
          </p:pic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76282FE-82F2-C103-374B-91AE4282C387}"/>
              </a:ext>
            </a:extLst>
          </p:cNvPr>
          <p:cNvGrpSpPr/>
          <p:nvPr userDrawn="1"/>
        </p:nvGrpSpPr>
        <p:grpSpPr>
          <a:xfrm>
            <a:off x="4571087" y="1264347"/>
            <a:ext cx="6963517" cy="5219003"/>
            <a:chOff x="7815343" y="2409825"/>
            <a:chExt cx="9124950" cy="6838950"/>
          </a:xfrm>
        </p:grpSpPr>
        <p:pic>
          <p:nvPicPr>
            <p:cNvPr id="16" name="Group 34" descr="preencoded.png">
              <a:extLst>
                <a:ext uri="{FF2B5EF4-FFF2-40B4-BE49-F238E27FC236}">
                  <a16:creationId xmlns:a16="http://schemas.microsoft.com/office/drawing/2014/main" id="{4F1240AE-9E58-FC50-CE03-9FC7E25BF3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/>
            <a:srcRect/>
            <a:stretch/>
          </p:blipFill>
          <p:spPr>
            <a:xfrm>
              <a:off x="7815343" y="2409825"/>
              <a:ext cx="9124950" cy="6838950"/>
            </a:xfrm>
            <a:prstGeom prst="rect">
              <a:avLst/>
            </a:prstGeom>
          </p:spPr>
        </p:pic>
        <p:sp>
          <p:nvSpPr>
            <p:cNvPr id="17" name="Md Kamrul Hasan Shovon">
              <a:extLst>
                <a:ext uri="{FF2B5EF4-FFF2-40B4-BE49-F238E27FC236}">
                  <a16:creationId xmlns:a16="http://schemas.microsoft.com/office/drawing/2014/main" id="{9EFE141D-7C2C-F599-A0AE-56EA4B240E3F}"/>
                </a:ext>
              </a:extLst>
            </p:cNvPr>
            <p:cNvSpPr/>
            <p:nvPr userDrawn="1"/>
          </p:nvSpPr>
          <p:spPr>
            <a:xfrm>
              <a:off x="8101093" y="3886200"/>
              <a:ext cx="5534025" cy="11620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4575"/>
                </a:lnSpc>
                <a:buNone/>
              </a:pPr>
              <a:r>
                <a:rPr lang="en-US" sz="4800" b="1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Jaki Ahmed</a:t>
              </a:r>
              <a:endParaRPr lang="en-US" sz="4800" dirty="0"/>
            </a:p>
          </p:txBody>
        </p:sp>
        <p:sp>
          <p:nvSpPr>
            <p:cNvPr id="18" name="Academical Background">
              <a:extLst>
                <a:ext uri="{FF2B5EF4-FFF2-40B4-BE49-F238E27FC236}">
                  <a16:creationId xmlns:a16="http://schemas.microsoft.com/office/drawing/2014/main" id="{CE5CD405-E2E2-2048-23AA-FBDCD196BDFE}"/>
                </a:ext>
              </a:extLst>
            </p:cNvPr>
            <p:cNvSpPr/>
            <p:nvPr userDrawn="1"/>
          </p:nvSpPr>
          <p:spPr>
            <a:xfrm>
              <a:off x="8101093" y="5905500"/>
              <a:ext cx="371475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Academic Background</a:t>
              </a:r>
              <a:r>
                <a:rPr lang="en-US" sz="1600" b="1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</a:t>
              </a:r>
              <a:endParaRPr lang="en-US" sz="2400" dirty="0"/>
            </a:p>
          </p:txBody>
        </p:sp>
        <p:sp>
          <p:nvSpPr>
            <p:cNvPr id="19" name="Teachers Information">
              <a:extLst>
                <a:ext uri="{FF2B5EF4-FFF2-40B4-BE49-F238E27FC236}">
                  <a16:creationId xmlns:a16="http://schemas.microsoft.com/office/drawing/2014/main" id="{A409B542-B889-28E6-04AC-C6BB37BE082E}"/>
                </a:ext>
              </a:extLst>
            </p:cNvPr>
            <p:cNvSpPr/>
            <p:nvPr userDrawn="1"/>
          </p:nvSpPr>
          <p:spPr>
            <a:xfrm>
              <a:off x="9291718" y="2819400"/>
              <a:ext cx="371475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Teacher’s Information</a:t>
              </a:r>
              <a:endParaRPr lang="en-US" sz="1800" dirty="0"/>
            </a:p>
          </p:txBody>
        </p:sp>
        <p:sp>
          <p:nvSpPr>
            <p:cNvPr id="20" name="College">
              <a:extLst>
                <a:ext uri="{FF2B5EF4-FFF2-40B4-BE49-F238E27FC236}">
                  <a16:creationId xmlns:a16="http://schemas.microsoft.com/office/drawing/2014/main" id="{DCC7F178-47A5-D844-C401-5EC8E67AA4BE}"/>
                </a:ext>
              </a:extLst>
            </p:cNvPr>
            <p:cNvSpPr/>
            <p:nvPr userDrawn="1"/>
          </p:nvSpPr>
          <p:spPr>
            <a:xfrm>
              <a:off x="8101093" y="7972425"/>
              <a:ext cx="3714750" cy="2762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75"/>
                </a:lnSpc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College : </a:t>
              </a:r>
              <a:r>
                <a:rPr lang="en-US" sz="1800" b="1" dirty="0" err="1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Jashore</a:t>
              </a:r>
              <a:r>
                <a:rPr lang="en-US" sz="1800" b="1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City College</a:t>
              </a:r>
              <a:endParaRPr lang="en-US" sz="1800" dirty="0"/>
            </a:p>
          </p:txBody>
        </p:sp>
        <p:sp>
          <p:nvSpPr>
            <p:cNvPr id="25" name="University">
              <a:extLst>
                <a:ext uri="{FF2B5EF4-FFF2-40B4-BE49-F238E27FC236}">
                  <a16:creationId xmlns:a16="http://schemas.microsoft.com/office/drawing/2014/main" id="{0824DF5E-153F-4019-ADD7-C14281A50505}"/>
                </a:ext>
              </a:extLst>
            </p:cNvPr>
            <p:cNvSpPr/>
            <p:nvPr userDrawn="1"/>
          </p:nvSpPr>
          <p:spPr>
            <a:xfrm>
              <a:off x="8101092" y="7343775"/>
              <a:ext cx="7558007" cy="2762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75"/>
                </a:lnSpc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University : BRAC University</a:t>
              </a:r>
              <a:endParaRPr lang="en-US" sz="1800" dirty="0"/>
            </a:p>
          </p:txBody>
        </p:sp>
        <p:sp>
          <p:nvSpPr>
            <p:cNvPr id="27" name="Experience">
              <a:extLst>
                <a:ext uri="{FF2B5EF4-FFF2-40B4-BE49-F238E27FC236}">
                  <a16:creationId xmlns:a16="http://schemas.microsoft.com/office/drawing/2014/main" id="{B204A161-3147-0DAF-119D-9C4783F0A8FF}"/>
                </a:ext>
              </a:extLst>
            </p:cNvPr>
            <p:cNvSpPr/>
            <p:nvPr userDrawn="1"/>
          </p:nvSpPr>
          <p:spPr>
            <a:xfrm>
              <a:off x="8101093" y="6648450"/>
              <a:ext cx="3714750" cy="2762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175"/>
                </a:lnSpc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Experience : 6 years + </a:t>
              </a:r>
              <a:endParaRPr lang="en-US" sz="1800" dirty="0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3847F77-CA2B-A79B-3FF4-2847C19A13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13842327" y="2624025"/>
              <a:ext cx="2538332" cy="25217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109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c_Bod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60A45DE-137B-D8BD-F8C0-7D5DFB81CD04}"/>
              </a:ext>
            </a:extLst>
          </p:cNvPr>
          <p:cNvGrpSpPr/>
          <p:nvPr userDrawn="1"/>
        </p:nvGrpSpPr>
        <p:grpSpPr>
          <a:xfrm>
            <a:off x="0" y="0"/>
            <a:ext cx="12195176" cy="6858000"/>
            <a:chOff x="0" y="0"/>
            <a:chExt cx="18292764" cy="10287000"/>
          </a:xfrm>
        </p:grpSpPr>
        <p:pic>
          <p:nvPicPr>
            <p:cNvPr id="21" name="Slide 16:9 - 174" descr="preencoded.png">
              <a:extLst>
                <a:ext uri="{FF2B5EF4-FFF2-40B4-BE49-F238E27FC236}">
                  <a16:creationId xmlns:a16="http://schemas.microsoft.com/office/drawing/2014/main" id="{B52CCC2A-C7C9-E685-B542-D4628438AF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0" y="0"/>
              <a:ext cx="18292764" cy="10287000"/>
            </a:xfrm>
            <a:prstGeom prst="rect">
              <a:avLst/>
            </a:prstGeom>
          </p:spPr>
        </p:pic>
        <p:pic>
          <p:nvPicPr>
            <p:cNvPr id="22" name="Rectangle 14" descr="preencoded.png">
              <a:extLst>
                <a:ext uri="{FF2B5EF4-FFF2-40B4-BE49-F238E27FC236}">
                  <a16:creationId xmlns:a16="http://schemas.microsoft.com/office/drawing/2014/main" id="{AA73848E-E783-8F58-3FE9-6BE9016BA0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66924" y="314326"/>
              <a:ext cx="16949389" cy="9648825"/>
            </a:xfrm>
            <a:prstGeom prst="rect">
              <a:avLst/>
            </a:prstGeom>
          </p:spPr>
        </p:pic>
        <p:pic>
          <p:nvPicPr>
            <p:cNvPr id="23" name="Rectangle 5" descr="preencoded.png">
              <a:extLst>
                <a:ext uri="{FF2B5EF4-FFF2-40B4-BE49-F238E27FC236}">
                  <a16:creationId xmlns:a16="http://schemas.microsoft.com/office/drawing/2014/main" id="{2B2F3D56-8079-97F8-670F-E52BAD381A1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886056" y="561975"/>
              <a:ext cx="11166208" cy="1066800"/>
            </a:xfrm>
            <a:prstGeom prst="rect">
              <a:avLst/>
            </a:prstGeom>
          </p:spPr>
        </p:pic>
        <p:pic>
          <p:nvPicPr>
            <p:cNvPr id="24" name="Ellipse 3" descr="preencoded.png">
              <a:extLst>
                <a:ext uri="{FF2B5EF4-FFF2-40B4-BE49-F238E27FC236}">
                  <a16:creationId xmlns:a16="http://schemas.microsoft.com/office/drawing/2014/main" id="{CD67D4B0-847A-0CAF-E2B7-FD92F02431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1009913" y="685800"/>
              <a:ext cx="895583" cy="819150"/>
            </a:xfrm>
            <a:prstGeom prst="rect">
              <a:avLst/>
            </a:prstGeom>
          </p:spPr>
        </p:pic>
        <p:pic>
          <p:nvPicPr>
            <p:cNvPr id="26" name="8361822 1" descr="preencoded.png">
              <a:extLst>
                <a:ext uri="{FF2B5EF4-FFF2-40B4-BE49-F238E27FC236}">
                  <a16:creationId xmlns:a16="http://schemas.microsoft.com/office/drawing/2014/main" id="{CBA16E90-D94F-D12F-8D79-050B5049DC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/>
            <a:stretch/>
          </p:blipFill>
          <p:spPr>
            <a:xfrm>
              <a:off x="1067004" y="733425"/>
              <a:ext cx="789260" cy="789054"/>
            </a:xfrm>
            <a:prstGeom prst="rect">
              <a:avLst/>
            </a:prstGeom>
          </p:spPr>
        </p:pic>
        <p:pic>
          <p:nvPicPr>
            <p:cNvPr id="34" name="Rectangle 5" descr="preencoded.png">
              <a:extLst>
                <a:ext uri="{FF2B5EF4-FFF2-40B4-BE49-F238E27FC236}">
                  <a16:creationId xmlns:a16="http://schemas.microsoft.com/office/drawing/2014/main" id="{F071F7FA-4D83-3B81-27DC-56217F984F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12233286" y="561975"/>
              <a:ext cx="5068621" cy="10668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06276CC-C9C9-3BF8-173D-3D602A6DA8F0}"/>
                </a:ext>
              </a:extLst>
            </p:cNvPr>
            <p:cNvSpPr txBox="1"/>
            <p:nvPr userDrawn="1"/>
          </p:nvSpPr>
          <p:spPr>
            <a:xfrm>
              <a:off x="1913355" y="766035"/>
              <a:ext cx="8027210" cy="69249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as-IN" sz="2400" b="1">
                  <a:solidFill>
                    <a:srgbClr val="7AE677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অধ্যায় </a:t>
              </a:r>
              <a:r>
                <a:rPr lang="en-US" sz="2400" b="1">
                  <a:solidFill>
                    <a:srgbClr val="7AE677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৫:</a:t>
              </a:r>
              <a:r>
                <a:rPr lang="bn-IN" sz="2400" b="1">
                  <a:solidFill>
                    <a:srgbClr val="7AE677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 </a:t>
              </a:r>
              <a:r>
                <a:rPr lang="as-IN" sz="2400" b="1">
                  <a:solidFill>
                    <a:srgbClr val="FFFFFF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সমন্বয় ও নি:সরণ</a:t>
              </a:r>
              <a:endParaRPr lang="as-IN" sz="2400" b="1" dirty="0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6D7292D-0E2E-C87D-9A8E-81D3F39F1C62}"/>
                </a:ext>
              </a:extLst>
            </p:cNvPr>
            <p:cNvGrpSpPr/>
            <p:nvPr userDrawn="1"/>
          </p:nvGrpSpPr>
          <p:grpSpPr>
            <a:xfrm>
              <a:off x="12622983" y="768084"/>
              <a:ext cx="4316879" cy="766666"/>
              <a:chOff x="12619695" y="913226"/>
              <a:chExt cx="4315755" cy="76666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5D1E0E63-0CFE-A2B3-D27C-0B9DD19A40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2"/>
              <a:stretch>
                <a:fillRect/>
              </a:stretch>
            </p:blipFill>
            <p:spPr>
              <a:xfrm>
                <a:off x="13832845" y="1146493"/>
                <a:ext cx="1286591" cy="533399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364606C2-3F9C-94C4-EBBD-9B00148B3B2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3"/>
              <a:stretch>
                <a:fillRect/>
              </a:stretch>
            </p:blipFill>
            <p:spPr>
              <a:xfrm>
                <a:off x="12619695" y="913226"/>
                <a:ext cx="1213150" cy="611738"/>
              </a:xfrm>
              <a:prstGeom prst="rect">
                <a:avLst/>
              </a:prstGeom>
            </p:spPr>
          </p:pic>
          <p:pic>
            <p:nvPicPr>
              <p:cNvPr id="5" name="10MS-White 12" descr="preencoded.png">
                <a:extLst>
                  <a:ext uri="{FF2B5EF4-FFF2-40B4-BE49-F238E27FC236}">
                    <a16:creationId xmlns:a16="http://schemas.microsoft.com/office/drawing/2014/main" id="{CC2D5189-12CA-448B-7369-6044CA69317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4"/>
              <a:srcRect/>
              <a:stretch/>
            </p:blipFill>
            <p:spPr>
              <a:xfrm>
                <a:off x="14958060" y="974863"/>
                <a:ext cx="1977390" cy="55010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8280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D6D57E6-0E7C-7A0A-D302-B3B40F5F961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8288000" cy="10287000"/>
          </a:xfrm>
        </p:grpSpPr>
        <p:pic>
          <p:nvPicPr>
            <p:cNvPr id="7" name="Slide 16:9 - 174" descr="preencoded.png">
              <a:extLst>
                <a:ext uri="{FF2B5EF4-FFF2-40B4-BE49-F238E27FC236}">
                  <a16:creationId xmlns:a16="http://schemas.microsoft.com/office/drawing/2014/main" id="{944C2763-BB2E-83EB-CB97-F57F277A7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8" name="Rectangle 14" descr="preencoded.png">
              <a:extLst>
                <a:ext uri="{FF2B5EF4-FFF2-40B4-BE49-F238E27FC236}">
                  <a16:creationId xmlns:a16="http://schemas.microsoft.com/office/drawing/2014/main" id="{B17A6C33-C5EF-BE74-6890-73932CDE9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66750" y="314325"/>
              <a:ext cx="16944975" cy="9648825"/>
            </a:xfrm>
            <a:prstGeom prst="rect">
              <a:avLst/>
            </a:prstGeom>
          </p:spPr>
        </p:pic>
        <p:pic>
          <p:nvPicPr>
            <p:cNvPr id="9" name="Rectangle 5" descr="preencoded.png">
              <a:extLst>
                <a:ext uri="{FF2B5EF4-FFF2-40B4-BE49-F238E27FC236}">
                  <a16:creationId xmlns:a16="http://schemas.microsoft.com/office/drawing/2014/main" id="{F7DBECC2-D6BD-7F00-31AF-59064D4C0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885825" y="561975"/>
              <a:ext cx="11163300" cy="1066800"/>
            </a:xfrm>
            <a:prstGeom prst="rect">
              <a:avLst/>
            </a:prstGeom>
          </p:spPr>
        </p:pic>
        <p:pic>
          <p:nvPicPr>
            <p:cNvPr id="10" name="Ellipse 3" descr="preencoded.png">
              <a:extLst>
                <a:ext uri="{FF2B5EF4-FFF2-40B4-BE49-F238E27FC236}">
                  <a16:creationId xmlns:a16="http://schemas.microsoft.com/office/drawing/2014/main" id="{ABF1B669-7441-CC94-BDAB-291A30F68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1009650" y="685800"/>
              <a:ext cx="895350" cy="819150"/>
            </a:xfrm>
            <a:prstGeom prst="rect">
              <a:avLst/>
            </a:prstGeom>
          </p:spPr>
        </p:pic>
        <p:pic>
          <p:nvPicPr>
            <p:cNvPr id="11" name="8361822 1" descr="preencoded.png">
              <a:extLst>
                <a:ext uri="{FF2B5EF4-FFF2-40B4-BE49-F238E27FC236}">
                  <a16:creationId xmlns:a16="http://schemas.microsoft.com/office/drawing/2014/main" id="{90BD8AAE-1ED2-F2B6-5274-95BEFE984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1066726" y="733425"/>
              <a:ext cx="789054" cy="789054"/>
            </a:xfrm>
            <a:prstGeom prst="rect">
              <a:avLst/>
            </a:prstGeom>
          </p:spPr>
        </p:pic>
        <p:pic>
          <p:nvPicPr>
            <p:cNvPr id="12" name="Rectangle 5" descr="preencoded.png">
              <a:extLst>
                <a:ext uri="{FF2B5EF4-FFF2-40B4-BE49-F238E27FC236}">
                  <a16:creationId xmlns:a16="http://schemas.microsoft.com/office/drawing/2014/main" id="{984657DE-F783-310B-AA92-946EE1756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12230100" y="561975"/>
              <a:ext cx="5067301" cy="10668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82FBA70-6A1F-3099-E8AA-D5D15D23B04F}"/>
                </a:ext>
              </a:extLst>
            </p:cNvPr>
            <p:cNvSpPr txBox="1"/>
            <p:nvPr/>
          </p:nvSpPr>
          <p:spPr>
            <a:xfrm>
              <a:off x="1912856" y="625352"/>
              <a:ext cx="4189128" cy="15234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as-IN" sz="2000" b="1">
                  <a:solidFill>
                    <a:srgbClr val="7AE677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অধ্যায় </a:t>
              </a:r>
              <a:r>
                <a:rPr lang="en-US" sz="2000" b="1">
                  <a:solidFill>
                    <a:srgbClr val="7AE677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৫:</a:t>
              </a:r>
              <a:r>
                <a:rPr lang="bn-IN" sz="2000" b="1">
                  <a:solidFill>
                    <a:srgbClr val="7AE677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 </a:t>
              </a:r>
              <a:r>
                <a:rPr lang="as-IN" sz="2000" b="1" kern="1200">
                  <a:solidFill>
                    <a:schemeClr val="bg1"/>
                  </a:solidFill>
                  <a:effectLst/>
                  <a:latin typeface="Li Ador Noirrit" pitchFamily="2" charset="0"/>
                  <a:ea typeface="+mn-ea"/>
                  <a:cs typeface="Li Ador Noirrit" pitchFamily="2" charset="0"/>
                </a:rPr>
                <a:t>সমন্বয় ও নি:সরণ</a:t>
              </a:r>
              <a:endParaRPr lang="as-IN" sz="2000" b="1" dirty="0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>
                  <a:solidFill>
                    <a:srgbClr val="FFFF00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টপিক: </a:t>
              </a:r>
              <a:r>
                <a:rPr lang="bn-IN" sz="2000" b="1">
                  <a:solidFill>
                    <a:schemeClr val="bg1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পাঠ ৬-৭</a:t>
              </a:r>
              <a:r>
                <a:rPr lang="en-US" sz="2000" b="1">
                  <a:solidFill>
                    <a:schemeClr val="bg1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:</a:t>
              </a:r>
              <a:r>
                <a:rPr lang="bn-IN" sz="2000" b="1">
                  <a:solidFill>
                    <a:schemeClr val="bg1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 মস্তিষ্ক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bn-IN" sz="2000" b="1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124059B-D7E8-DF99-1C91-7125089E6711}"/>
                </a:ext>
              </a:extLst>
            </p:cNvPr>
            <p:cNvGrpSpPr/>
            <p:nvPr/>
          </p:nvGrpSpPr>
          <p:grpSpPr>
            <a:xfrm>
              <a:off x="12619695" y="768084"/>
              <a:ext cx="4315755" cy="766666"/>
              <a:chOff x="12619695" y="913226"/>
              <a:chExt cx="4315755" cy="766666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448DEA2D-7EF4-7966-AA5E-AE0B945DB24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2"/>
              <a:stretch>
                <a:fillRect/>
              </a:stretch>
            </p:blipFill>
            <p:spPr>
              <a:xfrm>
                <a:off x="13832845" y="1146493"/>
                <a:ext cx="1286591" cy="533399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1F9060D5-A115-39C7-5F4E-278768BAFA1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3"/>
              <a:stretch>
                <a:fillRect/>
              </a:stretch>
            </p:blipFill>
            <p:spPr>
              <a:xfrm>
                <a:off x="12619695" y="913226"/>
                <a:ext cx="1213150" cy="611738"/>
              </a:xfrm>
              <a:prstGeom prst="rect">
                <a:avLst/>
              </a:prstGeom>
            </p:spPr>
          </p:pic>
          <p:pic>
            <p:nvPicPr>
              <p:cNvPr id="17" name="10MS-White 12" descr="preencoded.png">
                <a:extLst>
                  <a:ext uri="{FF2B5EF4-FFF2-40B4-BE49-F238E27FC236}">
                    <a16:creationId xmlns:a16="http://schemas.microsoft.com/office/drawing/2014/main" id="{7CDF26DA-350A-EFA6-5BD3-93BC354E536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4"/>
              <a:srcRect/>
              <a:stretch/>
            </p:blipFill>
            <p:spPr>
              <a:xfrm>
                <a:off x="14958060" y="974863"/>
                <a:ext cx="1977390" cy="55010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6608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D6D57E6-0E7C-7A0A-D302-B3B40F5F961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8288000" cy="10287000"/>
          </a:xfrm>
        </p:grpSpPr>
        <p:pic>
          <p:nvPicPr>
            <p:cNvPr id="7" name="Slide 16:9 - 174" descr="preencoded.png">
              <a:extLst>
                <a:ext uri="{FF2B5EF4-FFF2-40B4-BE49-F238E27FC236}">
                  <a16:creationId xmlns:a16="http://schemas.microsoft.com/office/drawing/2014/main" id="{944C2763-BB2E-83EB-CB97-F57F277A7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8" name="Rectangle 14" descr="preencoded.png">
              <a:extLst>
                <a:ext uri="{FF2B5EF4-FFF2-40B4-BE49-F238E27FC236}">
                  <a16:creationId xmlns:a16="http://schemas.microsoft.com/office/drawing/2014/main" id="{B17A6C33-C5EF-BE74-6890-73932CDE9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66750" y="314325"/>
              <a:ext cx="16944975" cy="9648825"/>
            </a:xfrm>
            <a:prstGeom prst="rect">
              <a:avLst/>
            </a:prstGeom>
          </p:spPr>
        </p:pic>
        <p:pic>
          <p:nvPicPr>
            <p:cNvPr id="9" name="Rectangle 5" descr="preencoded.png">
              <a:extLst>
                <a:ext uri="{FF2B5EF4-FFF2-40B4-BE49-F238E27FC236}">
                  <a16:creationId xmlns:a16="http://schemas.microsoft.com/office/drawing/2014/main" id="{F7DBECC2-D6BD-7F00-31AF-59064D4C0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885825" y="561975"/>
              <a:ext cx="11163300" cy="1066800"/>
            </a:xfrm>
            <a:prstGeom prst="rect">
              <a:avLst/>
            </a:prstGeom>
          </p:spPr>
        </p:pic>
        <p:pic>
          <p:nvPicPr>
            <p:cNvPr id="10" name="Ellipse 3" descr="preencoded.png">
              <a:extLst>
                <a:ext uri="{FF2B5EF4-FFF2-40B4-BE49-F238E27FC236}">
                  <a16:creationId xmlns:a16="http://schemas.microsoft.com/office/drawing/2014/main" id="{ABF1B669-7441-CC94-BDAB-291A30F68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1009650" y="685800"/>
              <a:ext cx="895350" cy="819150"/>
            </a:xfrm>
            <a:prstGeom prst="rect">
              <a:avLst/>
            </a:prstGeom>
          </p:spPr>
        </p:pic>
        <p:pic>
          <p:nvPicPr>
            <p:cNvPr id="11" name="8361822 1" descr="preencoded.png">
              <a:extLst>
                <a:ext uri="{FF2B5EF4-FFF2-40B4-BE49-F238E27FC236}">
                  <a16:creationId xmlns:a16="http://schemas.microsoft.com/office/drawing/2014/main" id="{90BD8AAE-1ED2-F2B6-5274-95BEFE984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1066726" y="733425"/>
              <a:ext cx="789054" cy="789054"/>
            </a:xfrm>
            <a:prstGeom prst="rect">
              <a:avLst/>
            </a:prstGeom>
          </p:spPr>
        </p:pic>
        <p:pic>
          <p:nvPicPr>
            <p:cNvPr id="12" name="Rectangle 5" descr="preencoded.png">
              <a:extLst>
                <a:ext uri="{FF2B5EF4-FFF2-40B4-BE49-F238E27FC236}">
                  <a16:creationId xmlns:a16="http://schemas.microsoft.com/office/drawing/2014/main" id="{984657DE-F783-310B-AA92-946EE1756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12230100" y="561975"/>
              <a:ext cx="5067301" cy="10668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82FBA70-6A1F-3099-E8AA-D5D15D23B04F}"/>
                </a:ext>
              </a:extLst>
            </p:cNvPr>
            <p:cNvSpPr txBox="1"/>
            <p:nvPr/>
          </p:nvSpPr>
          <p:spPr>
            <a:xfrm>
              <a:off x="1912856" y="625352"/>
              <a:ext cx="4441601" cy="15234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as-IN" sz="2000" b="1">
                  <a:solidFill>
                    <a:srgbClr val="7AE677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অধ্যায় </a:t>
              </a:r>
              <a:r>
                <a:rPr lang="en-US" sz="2000" b="1">
                  <a:solidFill>
                    <a:srgbClr val="7AE677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৫:</a:t>
              </a:r>
              <a:r>
                <a:rPr lang="bn-IN" sz="2000" b="1">
                  <a:solidFill>
                    <a:srgbClr val="7AE677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 </a:t>
              </a:r>
              <a:r>
                <a:rPr lang="as-IN" sz="2000" b="1" kern="1200">
                  <a:solidFill>
                    <a:schemeClr val="bg1"/>
                  </a:solidFill>
                  <a:effectLst/>
                  <a:latin typeface="Li Ador Noirrit" pitchFamily="2" charset="0"/>
                  <a:ea typeface="+mn-ea"/>
                  <a:cs typeface="Li Ador Noirrit" pitchFamily="2" charset="0"/>
                </a:rPr>
                <a:t>সমন্বয় ও নি:সরণ</a:t>
              </a:r>
              <a:endParaRPr lang="as-IN" sz="2000" b="1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>
                  <a:solidFill>
                    <a:srgbClr val="FFFF00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টপিক: </a:t>
              </a:r>
              <a:r>
                <a:rPr lang="bn-IN" sz="2000" b="1">
                  <a:solidFill>
                    <a:schemeClr val="bg1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পাঠ ৮-১০</a:t>
              </a:r>
              <a:r>
                <a:rPr lang="en-US" sz="2000" b="1">
                  <a:solidFill>
                    <a:schemeClr val="bg1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:</a:t>
              </a:r>
              <a:r>
                <a:rPr lang="bn-IN" sz="2000" b="1">
                  <a:solidFill>
                    <a:schemeClr val="bg1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 মেরুরজ্জু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bn-IN" sz="2000" b="1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124059B-D7E8-DF99-1C91-7125089E6711}"/>
                </a:ext>
              </a:extLst>
            </p:cNvPr>
            <p:cNvGrpSpPr/>
            <p:nvPr/>
          </p:nvGrpSpPr>
          <p:grpSpPr>
            <a:xfrm>
              <a:off x="12619695" y="768084"/>
              <a:ext cx="4315755" cy="766666"/>
              <a:chOff x="12619695" y="913226"/>
              <a:chExt cx="4315755" cy="766666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448DEA2D-7EF4-7966-AA5E-AE0B945DB24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2"/>
              <a:stretch>
                <a:fillRect/>
              </a:stretch>
            </p:blipFill>
            <p:spPr>
              <a:xfrm>
                <a:off x="13832845" y="1146493"/>
                <a:ext cx="1286591" cy="533399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1F9060D5-A115-39C7-5F4E-278768BAFA1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3"/>
              <a:stretch>
                <a:fillRect/>
              </a:stretch>
            </p:blipFill>
            <p:spPr>
              <a:xfrm>
                <a:off x="12619695" y="913226"/>
                <a:ext cx="1213150" cy="611738"/>
              </a:xfrm>
              <a:prstGeom prst="rect">
                <a:avLst/>
              </a:prstGeom>
            </p:spPr>
          </p:pic>
          <p:pic>
            <p:nvPicPr>
              <p:cNvPr id="17" name="10MS-White 12" descr="preencoded.png">
                <a:extLst>
                  <a:ext uri="{FF2B5EF4-FFF2-40B4-BE49-F238E27FC236}">
                    <a16:creationId xmlns:a16="http://schemas.microsoft.com/office/drawing/2014/main" id="{7CDF26DA-350A-EFA6-5BD3-93BC354E536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4"/>
              <a:srcRect/>
              <a:stretch/>
            </p:blipFill>
            <p:spPr>
              <a:xfrm>
                <a:off x="14958060" y="974863"/>
                <a:ext cx="1977390" cy="55010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0025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D6D57E6-0E7C-7A0A-D302-B3B40F5F961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8288000" cy="10287000"/>
          </a:xfrm>
        </p:grpSpPr>
        <p:pic>
          <p:nvPicPr>
            <p:cNvPr id="7" name="Slide 16:9 - 174" descr="preencoded.png">
              <a:extLst>
                <a:ext uri="{FF2B5EF4-FFF2-40B4-BE49-F238E27FC236}">
                  <a16:creationId xmlns:a16="http://schemas.microsoft.com/office/drawing/2014/main" id="{944C2763-BB2E-83EB-CB97-F57F277A7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8" name="Rectangle 14" descr="preencoded.png">
              <a:extLst>
                <a:ext uri="{FF2B5EF4-FFF2-40B4-BE49-F238E27FC236}">
                  <a16:creationId xmlns:a16="http://schemas.microsoft.com/office/drawing/2014/main" id="{B17A6C33-C5EF-BE74-6890-73932CDE9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666750" y="314325"/>
              <a:ext cx="16944975" cy="9648825"/>
            </a:xfrm>
            <a:prstGeom prst="rect">
              <a:avLst/>
            </a:prstGeom>
          </p:spPr>
        </p:pic>
        <p:pic>
          <p:nvPicPr>
            <p:cNvPr id="9" name="Rectangle 5" descr="preencoded.png">
              <a:extLst>
                <a:ext uri="{FF2B5EF4-FFF2-40B4-BE49-F238E27FC236}">
                  <a16:creationId xmlns:a16="http://schemas.microsoft.com/office/drawing/2014/main" id="{F7DBECC2-D6BD-7F00-31AF-59064D4C0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885825" y="561975"/>
              <a:ext cx="11163300" cy="1066800"/>
            </a:xfrm>
            <a:prstGeom prst="rect">
              <a:avLst/>
            </a:prstGeom>
          </p:spPr>
        </p:pic>
        <p:pic>
          <p:nvPicPr>
            <p:cNvPr id="10" name="Ellipse 3" descr="preencoded.png">
              <a:extLst>
                <a:ext uri="{FF2B5EF4-FFF2-40B4-BE49-F238E27FC236}">
                  <a16:creationId xmlns:a16="http://schemas.microsoft.com/office/drawing/2014/main" id="{ABF1B669-7441-CC94-BDAB-291A30F68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1009650" y="685800"/>
              <a:ext cx="895350" cy="819150"/>
            </a:xfrm>
            <a:prstGeom prst="rect">
              <a:avLst/>
            </a:prstGeom>
          </p:spPr>
        </p:pic>
        <p:pic>
          <p:nvPicPr>
            <p:cNvPr id="11" name="8361822 1" descr="preencoded.png">
              <a:extLst>
                <a:ext uri="{FF2B5EF4-FFF2-40B4-BE49-F238E27FC236}">
                  <a16:creationId xmlns:a16="http://schemas.microsoft.com/office/drawing/2014/main" id="{90BD8AAE-1ED2-F2B6-5274-95BEFE984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1066726" y="733425"/>
              <a:ext cx="789054" cy="789054"/>
            </a:xfrm>
            <a:prstGeom prst="rect">
              <a:avLst/>
            </a:prstGeom>
          </p:spPr>
        </p:pic>
        <p:pic>
          <p:nvPicPr>
            <p:cNvPr id="12" name="Rectangle 5" descr="preencoded.png">
              <a:extLst>
                <a:ext uri="{FF2B5EF4-FFF2-40B4-BE49-F238E27FC236}">
                  <a16:creationId xmlns:a16="http://schemas.microsoft.com/office/drawing/2014/main" id="{984657DE-F783-310B-AA92-946EE1756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12230100" y="561975"/>
              <a:ext cx="5067301" cy="10668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82FBA70-6A1F-3099-E8AA-D5D15D23B04F}"/>
                </a:ext>
              </a:extLst>
            </p:cNvPr>
            <p:cNvSpPr txBox="1"/>
            <p:nvPr/>
          </p:nvSpPr>
          <p:spPr>
            <a:xfrm>
              <a:off x="1912856" y="625352"/>
              <a:ext cx="4441601" cy="10618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as-IN" sz="2000" b="1">
                  <a:solidFill>
                    <a:srgbClr val="7AE677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অধ্যায় </a:t>
              </a:r>
              <a:r>
                <a:rPr lang="en-US" sz="2000" b="1">
                  <a:solidFill>
                    <a:srgbClr val="7AE677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৫:</a:t>
              </a:r>
              <a:r>
                <a:rPr lang="bn-IN" sz="2000" b="1">
                  <a:solidFill>
                    <a:srgbClr val="7AE677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 </a:t>
              </a:r>
              <a:r>
                <a:rPr lang="as-IN" sz="2000" b="1" kern="1200">
                  <a:solidFill>
                    <a:schemeClr val="bg1"/>
                  </a:solidFill>
                  <a:effectLst/>
                  <a:latin typeface="Li Ador Noirrit" pitchFamily="2" charset="0"/>
                  <a:ea typeface="+mn-ea"/>
                  <a:cs typeface="Li Ador Noirrit" pitchFamily="2" charset="0"/>
                </a:rPr>
                <a:t>সমন্বয় ও নি:সরণ</a:t>
              </a:r>
              <a:endParaRPr lang="as-IN" sz="2000" b="1">
                <a:solidFill>
                  <a:schemeClr val="bg1"/>
                </a:solidFill>
                <a:latin typeface="Hind Siliguri" panose="02000000000000000000" pitchFamily="2" charset="0"/>
                <a:ea typeface="Inter Bold" pitchFamily="34" charset="-122"/>
                <a:cs typeface="Hind Siliguri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>
                  <a:solidFill>
                    <a:srgbClr val="FFFF00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টপিক: </a:t>
              </a:r>
              <a:r>
                <a:rPr lang="bn-IN" sz="2000" b="1">
                  <a:solidFill>
                    <a:schemeClr val="bg1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পাঠ ১১-১২</a:t>
              </a:r>
              <a:r>
                <a:rPr lang="en-US" sz="2000" b="1">
                  <a:solidFill>
                    <a:schemeClr val="bg1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:</a:t>
              </a:r>
              <a:r>
                <a:rPr lang="bn-IN" sz="2000" b="1">
                  <a:solidFill>
                    <a:schemeClr val="bg1"/>
                  </a:solidFill>
                  <a:latin typeface="Hind Siliguri" panose="02000000000000000000" pitchFamily="2" charset="0"/>
                  <a:ea typeface="Inter Bold" pitchFamily="34" charset="-122"/>
                  <a:cs typeface="Hind Siliguri" panose="02000000000000000000" pitchFamily="2" charset="0"/>
                </a:rPr>
                <a:t> রেচনতন্ত্র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124059B-D7E8-DF99-1C91-7125089E6711}"/>
                </a:ext>
              </a:extLst>
            </p:cNvPr>
            <p:cNvGrpSpPr/>
            <p:nvPr/>
          </p:nvGrpSpPr>
          <p:grpSpPr>
            <a:xfrm>
              <a:off x="12619695" y="768084"/>
              <a:ext cx="4315755" cy="766666"/>
              <a:chOff x="12619695" y="913226"/>
              <a:chExt cx="4315755" cy="766666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448DEA2D-7EF4-7966-AA5E-AE0B945DB24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2"/>
              <a:stretch>
                <a:fillRect/>
              </a:stretch>
            </p:blipFill>
            <p:spPr>
              <a:xfrm>
                <a:off x="13832845" y="1146493"/>
                <a:ext cx="1286591" cy="533399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1F9060D5-A115-39C7-5F4E-278768BAFA1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3"/>
              <a:stretch>
                <a:fillRect/>
              </a:stretch>
            </p:blipFill>
            <p:spPr>
              <a:xfrm>
                <a:off x="12619695" y="913226"/>
                <a:ext cx="1213150" cy="611738"/>
              </a:xfrm>
              <a:prstGeom prst="rect">
                <a:avLst/>
              </a:prstGeom>
            </p:spPr>
          </p:pic>
          <p:pic>
            <p:nvPicPr>
              <p:cNvPr id="17" name="10MS-White 12" descr="preencoded.png">
                <a:extLst>
                  <a:ext uri="{FF2B5EF4-FFF2-40B4-BE49-F238E27FC236}">
                    <a16:creationId xmlns:a16="http://schemas.microsoft.com/office/drawing/2014/main" id="{7CDF26DA-350A-EFA6-5BD3-93BC354E536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4"/>
              <a:srcRect/>
              <a:stretch/>
            </p:blipFill>
            <p:spPr>
              <a:xfrm>
                <a:off x="14958060" y="974863"/>
                <a:ext cx="1977390" cy="55010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92414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0AC696E1-B1DF-FC49-E99E-CAEBC5314C68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-23266400" y="-24993600"/>
            <a:chExt cx="18288000" cy="10287000"/>
          </a:xfrm>
        </p:grpSpPr>
        <p:pic>
          <p:nvPicPr>
            <p:cNvPr id="2" name="Slide 16:9 - 172" descr="preencoded.png">
              <a:extLst>
                <a:ext uri="{FF2B5EF4-FFF2-40B4-BE49-F238E27FC236}">
                  <a16:creationId xmlns:a16="http://schemas.microsoft.com/office/drawing/2014/main" id="{F83F80F9-10C6-DACB-254F-7BEA508981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-23266400" y="-24993600"/>
              <a:ext cx="18288000" cy="10287000"/>
            </a:xfrm>
            <a:prstGeom prst="rect">
              <a:avLst/>
            </a:prstGeom>
          </p:spPr>
        </p:pic>
        <p:pic>
          <p:nvPicPr>
            <p:cNvPr id="3" name="3215346 1" descr="preencoded.png">
              <a:extLst>
                <a:ext uri="{FF2B5EF4-FFF2-40B4-BE49-F238E27FC236}">
                  <a16:creationId xmlns:a16="http://schemas.microsoft.com/office/drawing/2014/main" id="{0789EB0B-ACC4-FCDF-DA60-459330F09F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-8483600" y="-16244593"/>
              <a:ext cx="1958587" cy="1471389"/>
            </a:xfrm>
            <a:prstGeom prst="rect">
              <a:avLst/>
            </a:prstGeom>
          </p:spPr>
        </p:pic>
        <p:pic>
          <p:nvPicPr>
            <p:cNvPr id="5" name="2784428 1" descr="preencoded.png">
              <a:extLst>
                <a:ext uri="{FF2B5EF4-FFF2-40B4-BE49-F238E27FC236}">
                  <a16:creationId xmlns:a16="http://schemas.microsoft.com/office/drawing/2014/main" id="{DAC4A12C-6564-1435-89A2-4A6D7525EA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/>
            <a:stretch/>
          </p:blipFill>
          <p:spPr>
            <a:xfrm>
              <a:off x="-22542499" y="-24325707"/>
              <a:ext cx="968422" cy="968422"/>
            </a:xfrm>
            <a:prstGeom prst="rect">
              <a:avLst/>
            </a:prstGeom>
          </p:spPr>
        </p:pic>
        <p:pic>
          <p:nvPicPr>
            <p:cNvPr id="18" name="3215346 1" descr="preencoded.png">
              <a:extLst>
                <a:ext uri="{FF2B5EF4-FFF2-40B4-BE49-F238E27FC236}">
                  <a16:creationId xmlns:a16="http://schemas.microsoft.com/office/drawing/2014/main" id="{ECA9DAAE-704F-C650-B6D0-959CB92C2D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/>
            <a:stretch/>
          </p:blipFill>
          <p:spPr>
            <a:xfrm>
              <a:off x="-20243129" y="-23378947"/>
              <a:ext cx="1449865" cy="1449860"/>
            </a:xfrm>
            <a:prstGeom prst="rect">
              <a:avLst/>
            </a:prstGeom>
          </p:spPr>
        </p:pic>
        <p:pic>
          <p:nvPicPr>
            <p:cNvPr id="19" name="2201544 1" descr="preencoded.png">
              <a:extLst>
                <a:ext uri="{FF2B5EF4-FFF2-40B4-BE49-F238E27FC236}">
                  <a16:creationId xmlns:a16="http://schemas.microsoft.com/office/drawing/2014/main" id="{508DF4DD-F433-13D7-67D9-EC7665A139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rcRect/>
            <a:stretch/>
          </p:blipFill>
          <p:spPr>
            <a:xfrm>
              <a:off x="-17287017" y="-15928031"/>
              <a:ext cx="788129" cy="788129"/>
            </a:xfrm>
            <a:prstGeom prst="rect">
              <a:avLst/>
            </a:prstGeom>
          </p:spPr>
        </p:pic>
        <p:pic>
          <p:nvPicPr>
            <p:cNvPr id="20" name="1467187 1" descr="preencoded.png">
              <a:extLst>
                <a:ext uri="{FF2B5EF4-FFF2-40B4-BE49-F238E27FC236}">
                  <a16:creationId xmlns:a16="http://schemas.microsoft.com/office/drawing/2014/main" id="{1D630763-0040-0431-FC79-123FBF66D2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rcRect/>
            <a:stretch/>
          </p:blipFill>
          <p:spPr>
            <a:xfrm>
              <a:off x="-10769600" y="-23089909"/>
              <a:ext cx="1247775" cy="1247775"/>
            </a:xfrm>
            <a:prstGeom prst="rect">
              <a:avLst/>
            </a:prstGeom>
          </p:spPr>
        </p:pic>
        <p:pic>
          <p:nvPicPr>
            <p:cNvPr id="21" name="8361822 1" descr="preencoded.png">
              <a:extLst>
                <a:ext uri="{FF2B5EF4-FFF2-40B4-BE49-F238E27FC236}">
                  <a16:creationId xmlns:a16="http://schemas.microsoft.com/office/drawing/2014/main" id="{83057D15-B096-4668-5E82-1EE723F9D6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/>
            <a:stretch/>
          </p:blipFill>
          <p:spPr>
            <a:xfrm>
              <a:off x="-21172964" y="-16191931"/>
              <a:ext cx="1217641" cy="1217641"/>
            </a:xfrm>
            <a:prstGeom prst="rect">
              <a:avLst/>
            </a:prstGeom>
          </p:spPr>
        </p:pic>
        <p:pic>
          <p:nvPicPr>
            <p:cNvPr id="22" name="1016507 1" descr="preencoded.png">
              <a:extLst>
                <a:ext uri="{FF2B5EF4-FFF2-40B4-BE49-F238E27FC236}">
                  <a16:creationId xmlns:a16="http://schemas.microsoft.com/office/drawing/2014/main" id="{183E87C1-6032-8D0B-E52D-76D67105E6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rcRect/>
            <a:stretch/>
          </p:blipFill>
          <p:spPr>
            <a:xfrm>
              <a:off x="-17575213" y="-24166234"/>
              <a:ext cx="1076325" cy="1076325"/>
            </a:xfrm>
            <a:prstGeom prst="rect">
              <a:avLst/>
            </a:prstGeom>
          </p:spPr>
        </p:pic>
        <p:pic>
          <p:nvPicPr>
            <p:cNvPr id="23" name="Mask group" descr="preencoded.png">
              <a:extLst>
                <a:ext uri="{FF2B5EF4-FFF2-40B4-BE49-F238E27FC236}">
                  <a16:creationId xmlns:a16="http://schemas.microsoft.com/office/drawing/2014/main" id="{9C3E8273-B9B7-B245-43AB-26D2EB8727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-23266400" y="-21597021"/>
              <a:ext cx="18288000" cy="4986730"/>
            </a:xfrm>
            <a:prstGeom prst="rect">
              <a:avLst/>
            </a:prstGeom>
          </p:spPr>
        </p:pic>
        <p:pic>
          <p:nvPicPr>
            <p:cNvPr id="24" name="Rectangle 5" descr="preencoded.png">
              <a:extLst>
                <a:ext uri="{FF2B5EF4-FFF2-40B4-BE49-F238E27FC236}">
                  <a16:creationId xmlns:a16="http://schemas.microsoft.com/office/drawing/2014/main" id="{D7CACBAE-A715-A549-B783-DDD4932805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-11036300" y="-24431625"/>
              <a:ext cx="5067301" cy="1066800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E1C27F1-0982-E0D1-6D17-F65F142C6A69}"/>
                </a:ext>
              </a:extLst>
            </p:cNvPr>
            <p:cNvGrpSpPr/>
            <p:nvPr userDrawn="1"/>
          </p:nvGrpSpPr>
          <p:grpSpPr>
            <a:xfrm>
              <a:off x="-17064513" y="-20922553"/>
              <a:ext cx="5884227" cy="3592236"/>
              <a:chOff x="10718800" y="3536983"/>
              <a:chExt cx="5079063" cy="3100695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90AF2D7-BD18-841F-5357-551A384EF71A}"/>
                  </a:ext>
                </a:extLst>
              </p:cNvPr>
              <p:cNvSpPr txBox="1"/>
              <p:nvPr/>
            </p:nvSpPr>
            <p:spPr>
              <a:xfrm>
                <a:off x="10718800" y="3536983"/>
                <a:ext cx="5079063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algn="ctr">
                  <a:lnSpc>
                    <a:spcPct val="100000"/>
                  </a:lnSpc>
                  <a:defRPr sz="4000" b="1">
                    <a:solidFill>
                      <a:srgbClr val="231F20"/>
                    </a:solidFill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  <a:latin typeface="Hind Siliguri" panose="02000000000000000000" pitchFamily="2" charset="0"/>
                    <a:cs typeface="Hind Siliguri" panose="02000000000000000000" pitchFamily="2" charset="0"/>
                  </a:defRPr>
                </a:lvl1pPr>
              </a:lstStyle>
              <a:p>
                <a:pPr lvl="0"/>
                <a:r>
                  <a:rPr lang="en-US" sz="9600" dirty="0" err="1">
                    <a:solidFill>
                      <a:schemeClr val="lt1"/>
                    </a:solidFill>
                    <a:effectLst/>
                  </a:rPr>
                  <a:t>ধন্যবাদ</a:t>
                </a:r>
                <a:r>
                  <a:rPr lang="en-US" sz="8800" dirty="0">
                    <a:solidFill>
                      <a:schemeClr val="lt1"/>
                    </a:solidFill>
                    <a:effectLst/>
                    <a:latin typeface="Li Ador Noirrit" pitchFamily="2" charset="0"/>
                    <a:cs typeface="Li Ador Noirrit" pitchFamily="2" charset="0"/>
                  </a:rPr>
                  <a:t>!</a:t>
                </a:r>
                <a:endParaRPr lang="en-US" sz="8800" b="1" dirty="0">
                  <a:solidFill>
                    <a:schemeClr val="lt1"/>
                  </a:solidFill>
                  <a:effectLst/>
                  <a:latin typeface="Li Ador Noirrit" pitchFamily="2" charset="0"/>
                  <a:cs typeface="Li Ador Noirrit" pitchFamily="2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F13A423-1F98-40A1-9540-22F092D35573}"/>
                  </a:ext>
                </a:extLst>
              </p:cNvPr>
              <p:cNvSpPr txBox="1"/>
              <p:nvPr/>
            </p:nvSpPr>
            <p:spPr>
              <a:xfrm>
                <a:off x="10718800" y="5044188"/>
                <a:ext cx="5079063" cy="597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b="1" dirty="0" err="1">
                    <a:solidFill>
                      <a:schemeClr val="lt1"/>
                    </a:solidFill>
                    <a:latin typeface="Hind Siliguri" panose="02000000000000000000" pitchFamily="2" charset="0"/>
                    <a:cs typeface="Hind Siliguri" panose="02000000000000000000" pitchFamily="2" charset="0"/>
                  </a:rPr>
                  <a:t>কোর্স</a:t>
                </a:r>
                <a:r>
                  <a:rPr lang="en-US" sz="2000" b="1" dirty="0">
                    <a:solidFill>
                      <a:schemeClr val="lt1"/>
                    </a:solidFill>
                    <a:latin typeface="Hind Siliguri" panose="02000000000000000000" pitchFamily="2" charset="0"/>
                    <a:cs typeface="Hind Siliguri" panose="02000000000000000000" pitchFamily="2" charset="0"/>
                  </a:rPr>
                  <a:t> </a:t>
                </a:r>
                <a:r>
                  <a:rPr lang="en-US" sz="2000" b="1" dirty="0" err="1">
                    <a:solidFill>
                      <a:schemeClr val="lt1"/>
                    </a:solidFill>
                    <a:latin typeface="Hind Siliguri" panose="02000000000000000000" pitchFamily="2" charset="0"/>
                    <a:cs typeface="Hind Siliguri" panose="02000000000000000000" pitchFamily="2" charset="0"/>
                  </a:rPr>
                  <a:t>সম্পর্কিত</a:t>
                </a:r>
                <a:r>
                  <a:rPr lang="en-US" sz="2000" b="1" dirty="0">
                    <a:solidFill>
                      <a:schemeClr val="lt1"/>
                    </a:solidFill>
                    <a:latin typeface="Hind Siliguri" panose="02000000000000000000" pitchFamily="2" charset="0"/>
                    <a:cs typeface="Hind Siliguri" panose="02000000000000000000" pitchFamily="2" charset="0"/>
                  </a:rPr>
                  <a:t> </a:t>
                </a:r>
                <a:r>
                  <a:rPr lang="en-US" sz="2000" b="1" dirty="0" err="1">
                    <a:solidFill>
                      <a:schemeClr val="lt1"/>
                    </a:solidFill>
                    <a:latin typeface="Hind Siliguri" panose="02000000000000000000" pitchFamily="2" charset="0"/>
                    <a:cs typeface="Hind Siliguri" panose="02000000000000000000" pitchFamily="2" charset="0"/>
                  </a:rPr>
                  <a:t>যেকোনো</a:t>
                </a:r>
                <a:r>
                  <a:rPr lang="en-US" sz="2000" b="1" dirty="0">
                    <a:solidFill>
                      <a:schemeClr val="lt1"/>
                    </a:solidFill>
                    <a:latin typeface="Hind Siliguri" panose="02000000000000000000" pitchFamily="2" charset="0"/>
                    <a:cs typeface="Hind Siliguri" panose="02000000000000000000" pitchFamily="2" charset="0"/>
                  </a:rPr>
                  <a:t> </a:t>
                </a:r>
                <a:r>
                  <a:rPr lang="en-US" sz="2000" b="1" dirty="0" err="1">
                    <a:solidFill>
                      <a:schemeClr val="lt1"/>
                    </a:solidFill>
                    <a:latin typeface="Hind Siliguri" panose="02000000000000000000" pitchFamily="2" charset="0"/>
                    <a:cs typeface="Hind Siliguri" panose="02000000000000000000" pitchFamily="2" charset="0"/>
                  </a:rPr>
                  <a:t>জিজ্ঞাসায়</a:t>
                </a:r>
                <a:r>
                  <a:rPr lang="en-US" sz="2000" b="1" dirty="0">
                    <a:solidFill>
                      <a:schemeClr val="lt1"/>
                    </a:solidFill>
                    <a:latin typeface="Hind Siliguri" panose="02000000000000000000" pitchFamily="2" charset="0"/>
                    <a:cs typeface="Hind Siliguri" panose="02000000000000000000" pitchFamily="2" charset="0"/>
                  </a:rPr>
                  <a:t>,</a:t>
                </a:r>
                <a:endParaRPr lang="as-IN" sz="2000" b="1" dirty="0">
                  <a:solidFill>
                    <a:schemeClr val="lt1"/>
                  </a:solidFill>
                  <a:latin typeface="Hind Siliguri" panose="02000000000000000000" pitchFamily="2" charset="0"/>
                  <a:cs typeface="Hind Siliguri" panose="02000000000000000000" pitchFamily="2" charset="0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357AE6F0-87FB-14DB-727E-FDBC68442B9B}"/>
                  </a:ext>
                </a:extLst>
              </p:cNvPr>
              <p:cNvGrpSpPr/>
              <p:nvPr/>
            </p:nvGrpSpPr>
            <p:grpSpPr>
              <a:xfrm>
                <a:off x="10718800" y="5819546"/>
                <a:ext cx="5079063" cy="818132"/>
                <a:chOff x="4476760" y="3766251"/>
                <a:chExt cx="3238480" cy="521652"/>
              </a:xfrm>
            </p:grpSpPr>
            <p:pic>
              <p:nvPicPr>
                <p:cNvPr id="29" name="Picture 28">
                  <a:extLst>
                    <a:ext uri="{FF2B5EF4-FFF2-40B4-BE49-F238E27FC236}">
                      <a16:creationId xmlns:a16="http://schemas.microsoft.com/office/drawing/2014/main" id="{97B2E971-9FE7-655E-36CA-DE4A1E196B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76760" y="3766251"/>
                  <a:ext cx="3238480" cy="521652"/>
                </a:xfrm>
                <a:prstGeom prst="rect">
                  <a:avLst/>
                </a:prstGeom>
              </p:spPr>
            </p:pic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AB5D7B9B-A38E-E79A-BFFA-C0E03387616B}"/>
                    </a:ext>
                  </a:extLst>
                </p:cNvPr>
                <p:cNvGrpSpPr/>
                <p:nvPr/>
              </p:nvGrpSpPr>
              <p:grpSpPr>
                <a:xfrm>
                  <a:off x="4476760" y="3766251"/>
                  <a:ext cx="1416834" cy="521652"/>
                  <a:chOff x="4476760" y="4333324"/>
                  <a:chExt cx="1416834" cy="521652"/>
                </a:xfrm>
              </p:grpSpPr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8C4D9CF3-715D-3C62-3F3D-7FAF1149AC35}"/>
                      </a:ext>
                    </a:extLst>
                  </p:cNvPr>
                  <p:cNvSpPr/>
                  <p:nvPr/>
                </p:nvSpPr>
                <p:spPr>
                  <a:xfrm>
                    <a:off x="4476760" y="4333324"/>
                    <a:ext cx="1416834" cy="521652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 b="1">
                      <a:solidFill>
                        <a:srgbClr val="231F20"/>
                      </a:solidFill>
                      <a:latin typeface="Hind Siliguri" panose="02000000000000000000" pitchFamily="2" charset="0"/>
                      <a:cs typeface="Hind Siliguri" panose="02000000000000000000" pitchFamily="2" charset="0"/>
                    </a:endParaRPr>
                  </a:p>
                </p:txBody>
              </p: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DDF650BC-E50A-92AD-9973-E82395ED0E57}"/>
                      </a:ext>
                    </a:extLst>
                  </p:cNvPr>
                  <p:cNvSpPr txBox="1"/>
                  <p:nvPr/>
                </p:nvSpPr>
                <p:spPr>
                  <a:xfrm>
                    <a:off x="4552747" y="4405487"/>
                    <a:ext cx="1245544" cy="431944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ctr">
                    <a:spAutoFit/>
                  </a:bodyPr>
                  <a:lstStyle/>
                  <a:p>
                    <a:pPr algn="ctr"/>
                    <a:r>
                      <a:rPr lang="bn-IN" sz="2800" b="1" dirty="0">
                        <a:latin typeface="Hind Siliguri" panose="02000000000000000000" pitchFamily="2" charset="0"/>
                        <a:cs typeface="Hind Siliguri" panose="02000000000000000000" pitchFamily="2" charset="0"/>
                      </a:rPr>
                      <a:t>কল করো</a:t>
                    </a:r>
                    <a:endParaRPr lang="en-US" sz="2800" b="1" dirty="0">
                      <a:latin typeface="Hind Siliguri" panose="02000000000000000000" pitchFamily="2" charset="0"/>
                      <a:cs typeface="Hind Siliguri" panose="02000000000000000000" pitchFamily="2" charset="0"/>
                    </a:endParaRPr>
                  </a:p>
                </p:txBody>
              </p:sp>
            </p:grpSp>
          </p:grp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5099DC6-06B7-1DA2-453F-2D7EDC879849}"/>
                </a:ext>
              </a:extLst>
            </p:cNvPr>
            <p:cNvGrpSpPr/>
            <p:nvPr userDrawn="1"/>
          </p:nvGrpSpPr>
          <p:grpSpPr>
            <a:xfrm>
              <a:off x="-10646705" y="-24211000"/>
              <a:ext cx="4315755" cy="766666"/>
              <a:chOff x="12619695" y="913226"/>
              <a:chExt cx="4315755" cy="766666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77413B17-0EEC-5FAA-857B-8D15F4F61F6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5"/>
              <a:stretch>
                <a:fillRect/>
              </a:stretch>
            </p:blipFill>
            <p:spPr>
              <a:xfrm>
                <a:off x="13832845" y="1146493"/>
                <a:ext cx="1286591" cy="533399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B12AC91B-0A66-87A3-784F-88BBC8E4D8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6"/>
              <a:stretch>
                <a:fillRect/>
              </a:stretch>
            </p:blipFill>
            <p:spPr>
              <a:xfrm>
                <a:off x="12619695" y="913226"/>
                <a:ext cx="1213150" cy="611738"/>
              </a:xfrm>
              <a:prstGeom prst="rect">
                <a:avLst/>
              </a:prstGeom>
            </p:spPr>
          </p:pic>
          <p:pic>
            <p:nvPicPr>
              <p:cNvPr id="36" name="10MS-White 12" descr="preencoded.png">
                <a:extLst>
                  <a:ext uri="{FF2B5EF4-FFF2-40B4-BE49-F238E27FC236}">
                    <a16:creationId xmlns:a16="http://schemas.microsoft.com/office/drawing/2014/main" id="{CC749B38-42E8-6E3E-038D-7B498653F9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7"/>
              <a:srcRect/>
              <a:stretch/>
            </p:blipFill>
            <p:spPr>
              <a:xfrm>
                <a:off x="14958060" y="974863"/>
                <a:ext cx="1977390" cy="55010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2856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 16:9 - 174" descr="preencoded.png">
            <a:extLst>
              <a:ext uri="{FF2B5EF4-FFF2-40B4-BE49-F238E27FC236}">
                <a16:creationId xmlns:a16="http://schemas.microsoft.com/office/drawing/2014/main" id="{AC42B852-EB25-E5C7-A85C-51E0E1A972E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2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7" r:id="rId2"/>
    <p:sldLayoutId id="2147483688" r:id="rId3"/>
    <p:sldLayoutId id="2147483666" r:id="rId4"/>
    <p:sldLayoutId id="2147483668" r:id="rId5"/>
    <p:sldLayoutId id="2147483667" r:id="rId6"/>
    <p:sldLayoutId id="2147483665" r:id="rId7"/>
    <p:sldLayoutId id="2147483674" r:id="rId8"/>
    <p:sldLayoutId id="2147483675" r:id="rId9"/>
    <p:sldLayoutId id="214748366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E243B-A479-A66A-C36D-3665DFBA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0F811D-2972-14B4-785B-74183B6C474B}"/>
              </a:ext>
            </a:extLst>
          </p:cNvPr>
          <p:cNvSpPr txBox="1"/>
          <p:nvPr/>
        </p:nvSpPr>
        <p:spPr>
          <a:xfrm>
            <a:off x="3106455" y="538619"/>
            <a:ext cx="184731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endParaRPr lang="en-US" b="1">
              <a:solidFill>
                <a:schemeClr val="bg1"/>
              </a:solidFill>
              <a:latin typeface="Li Ador Noirrit" pitchFamily="2" charset="0"/>
              <a:cs typeface="Li Ador Noirri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5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E243B-A479-A66A-C36D-3665DFBA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0F811D-2972-14B4-785B-74183B6C474B}"/>
              </a:ext>
            </a:extLst>
          </p:cNvPr>
          <p:cNvSpPr txBox="1"/>
          <p:nvPr/>
        </p:nvSpPr>
        <p:spPr>
          <a:xfrm>
            <a:off x="3106455" y="538619"/>
            <a:ext cx="184731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endParaRPr lang="en-US" b="1">
              <a:solidFill>
                <a:schemeClr val="bg1"/>
              </a:solidFill>
              <a:latin typeface="Li Ador Noirrit" pitchFamily="2" charset="0"/>
              <a:cs typeface="Li Ador Noirri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446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E243B-A479-A66A-C36D-3665DFBA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0F811D-2972-14B4-785B-74183B6C474B}"/>
              </a:ext>
            </a:extLst>
          </p:cNvPr>
          <p:cNvSpPr txBox="1"/>
          <p:nvPr/>
        </p:nvSpPr>
        <p:spPr>
          <a:xfrm>
            <a:off x="3106455" y="538619"/>
            <a:ext cx="184731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endParaRPr lang="en-US" b="1">
              <a:solidFill>
                <a:schemeClr val="bg1"/>
              </a:solidFill>
              <a:latin typeface="Li Ador Noirrit" pitchFamily="2" charset="0"/>
              <a:cs typeface="Li Ador Noirri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326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E243B-A479-A66A-C36D-3665DFBA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0F811D-2972-14B4-785B-74183B6C474B}"/>
              </a:ext>
            </a:extLst>
          </p:cNvPr>
          <p:cNvSpPr txBox="1"/>
          <p:nvPr/>
        </p:nvSpPr>
        <p:spPr>
          <a:xfrm>
            <a:off x="3106455" y="538619"/>
            <a:ext cx="184731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endParaRPr lang="en-US" b="1">
              <a:solidFill>
                <a:schemeClr val="bg1"/>
              </a:solidFill>
              <a:latin typeface="Li Ador Noirrit" pitchFamily="2" charset="0"/>
              <a:cs typeface="Li Ador Noirri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713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E243B-A479-A66A-C36D-3665DFBA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0F811D-2972-14B4-785B-74183B6C474B}"/>
              </a:ext>
            </a:extLst>
          </p:cNvPr>
          <p:cNvSpPr txBox="1"/>
          <p:nvPr/>
        </p:nvSpPr>
        <p:spPr>
          <a:xfrm>
            <a:off x="3106455" y="538619"/>
            <a:ext cx="184731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endParaRPr lang="en-US" b="1">
              <a:solidFill>
                <a:schemeClr val="bg1"/>
              </a:solidFill>
              <a:latin typeface="Li Ador Noirrit" pitchFamily="2" charset="0"/>
              <a:cs typeface="Li Ador Noirri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037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E243B-A479-A66A-C36D-3665DFBA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0F811D-2972-14B4-785B-74183B6C474B}"/>
              </a:ext>
            </a:extLst>
          </p:cNvPr>
          <p:cNvSpPr txBox="1"/>
          <p:nvPr/>
        </p:nvSpPr>
        <p:spPr>
          <a:xfrm>
            <a:off x="3106455" y="538619"/>
            <a:ext cx="184731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endParaRPr lang="en-US" b="1">
              <a:solidFill>
                <a:schemeClr val="bg1"/>
              </a:solidFill>
              <a:latin typeface="Li Ador Noirrit" pitchFamily="2" charset="0"/>
              <a:cs typeface="Li Ador Noirri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133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E243B-A479-A66A-C36D-3665DFBA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0F811D-2972-14B4-785B-74183B6C474B}"/>
              </a:ext>
            </a:extLst>
          </p:cNvPr>
          <p:cNvSpPr txBox="1"/>
          <p:nvPr/>
        </p:nvSpPr>
        <p:spPr>
          <a:xfrm>
            <a:off x="3106455" y="538619"/>
            <a:ext cx="184731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endParaRPr lang="en-US" b="1">
              <a:solidFill>
                <a:schemeClr val="bg1"/>
              </a:solidFill>
              <a:latin typeface="Li Ador Noirrit" pitchFamily="2" charset="0"/>
              <a:cs typeface="Li Ador Noirri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025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E243B-A479-A66A-C36D-3665DFBA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0F811D-2972-14B4-785B-74183B6C474B}"/>
              </a:ext>
            </a:extLst>
          </p:cNvPr>
          <p:cNvSpPr txBox="1"/>
          <p:nvPr/>
        </p:nvSpPr>
        <p:spPr>
          <a:xfrm>
            <a:off x="3106455" y="538619"/>
            <a:ext cx="184731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endParaRPr lang="en-US" b="1">
              <a:solidFill>
                <a:schemeClr val="bg1"/>
              </a:solidFill>
              <a:latin typeface="Li Ador Noirrit" pitchFamily="2" charset="0"/>
              <a:cs typeface="Li Ador Noirri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91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E243B-A479-A66A-C36D-3665DFBA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0F811D-2972-14B4-785B-74183B6C474B}"/>
              </a:ext>
            </a:extLst>
          </p:cNvPr>
          <p:cNvSpPr txBox="1"/>
          <p:nvPr/>
        </p:nvSpPr>
        <p:spPr>
          <a:xfrm>
            <a:off x="3106455" y="538619"/>
            <a:ext cx="184731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endParaRPr lang="en-US" b="1">
              <a:solidFill>
                <a:schemeClr val="bg1"/>
              </a:solidFill>
              <a:latin typeface="Li Ador Noirrit" pitchFamily="2" charset="0"/>
              <a:cs typeface="Li Ador Noirri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592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E243B-A479-A66A-C36D-3665DFBA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0F811D-2972-14B4-785B-74183B6C474B}"/>
              </a:ext>
            </a:extLst>
          </p:cNvPr>
          <p:cNvSpPr txBox="1"/>
          <p:nvPr/>
        </p:nvSpPr>
        <p:spPr>
          <a:xfrm>
            <a:off x="3106455" y="538619"/>
            <a:ext cx="184731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endParaRPr lang="en-US" b="1">
              <a:solidFill>
                <a:schemeClr val="bg1"/>
              </a:solidFill>
              <a:latin typeface="Li Ador Noirrit" pitchFamily="2" charset="0"/>
              <a:cs typeface="Li Ador Noirri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919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b="1">
            <a:solidFill>
              <a:schemeClr val="bg1"/>
            </a:solidFill>
            <a:latin typeface="Li Ador Noirrit" pitchFamily="2" charset="0"/>
            <a:cs typeface="Li Ador Noirrit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0</Words>
  <Application>Microsoft Macintosh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Hind Siliguri</vt:lpstr>
      <vt:lpstr>Inter Bold</vt:lpstr>
      <vt:lpstr>Li Ador Noirrit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10MS_SMD_Sojib</dc:creator>
  <cp:lastModifiedBy>Fahad Bin Abdullah</cp:lastModifiedBy>
  <cp:revision>14</cp:revision>
  <dcterms:created xsi:type="dcterms:W3CDTF">2026-02-24T08:25:13Z</dcterms:created>
  <dcterms:modified xsi:type="dcterms:W3CDTF">2026-04-28T12:27:44Z</dcterms:modified>
</cp:coreProperties>
</file>